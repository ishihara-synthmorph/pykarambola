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394111" cy="144440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94111" cy="14444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