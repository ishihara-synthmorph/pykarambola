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394574" cy="1448493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94574" cy="14484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