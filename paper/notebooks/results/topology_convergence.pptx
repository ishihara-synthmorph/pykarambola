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10698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45600" cy="10698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