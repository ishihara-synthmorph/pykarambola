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886924" cy="586978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886924" cy="58697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