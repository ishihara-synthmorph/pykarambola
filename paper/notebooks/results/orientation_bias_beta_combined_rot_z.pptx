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1097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544800" cy="1097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