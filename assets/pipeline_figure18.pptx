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632950" cy="12863513"/>
  <p:notesSz cx="12863513" cy="96329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5" d="100"/>
          <a:sy n="45" d="100"/>
        </p:scale>
        <p:origin x="2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4138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slideLayout" Target="../slideLayouts/slideLayout1.xml"/><Relationship Id="rId39" Type="http://schemas.openxmlformats.org/officeDocument/2006/relationships/image" Target="../media/image12.png"/><Relationship Id="rId21" Type="http://schemas.openxmlformats.org/officeDocument/2006/relationships/tags" Target="../tags/tag21.xml"/><Relationship Id="rId34" Type="http://schemas.openxmlformats.org/officeDocument/2006/relationships/image" Target="../media/image7.png"/><Relationship Id="rId42" Type="http://schemas.openxmlformats.org/officeDocument/2006/relationships/image" Target="../media/image15.png"/><Relationship Id="rId47" Type="http://schemas.openxmlformats.org/officeDocument/2006/relationships/image" Target="../media/image20.png"/><Relationship Id="rId50" Type="http://schemas.openxmlformats.org/officeDocument/2006/relationships/image" Target="../media/image23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image" Target="../media/image2.png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5.png"/><Relationship Id="rId37" Type="http://schemas.openxmlformats.org/officeDocument/2006/relationships/image" Target="../media/image10.png"/><Relationship Id="rId40" Type="http://schemas.openxmlformats.org/officeDocument/2006/relationships/image" Target="../media/image13.png"/><Relationship Id="rId45" Type="http://schemas.openxmlformats.org/officeDocument/2006/relationships/image" Target="../media/image18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1.png"/><Relationship Id="rId36" Type="http://schemas.openxmlformats.org/officeDocument/2006/relationships/image" Target="../media/image9.png"/><Relationship Id="rId49" Type="http://schemas.openxmlformats.org/officeDocument/2006/relationships/image" Target="../media/image22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4.png"/><Relationship Id="rId44" Type="http://schemas.openxmlformats.org/officeDocument/2006/relationships/image" Target="../media/image17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notesSlide" Target="../notesSlides/notesSlide1.xml"/><Relationship Id="rId30" Type="http://schemas.openxmlformats.org/officeDocument/2006/relationships/image" Target="../media/image3.png"/><Relationship Id="rId35" Type="http://schemas.openxmlformats.org/officeDocument/2006/relationships/image" Target="../media/image8.png"/><Relationship Id="rId43" Type="http://schemas.openxmlformats.org/officeDocument/2006/relationships/image" Target="../media/image16.png"/><Relationship Id="rId48" Type="http://schemas.openxmlformats.org/officeDocument/2006/relationships/image" Target="../media/image21.png"/><Relationship Id="rId8" Type="http://schemas.openxmlformats.org/officeDocument/2006/relationships/tags" Target="../tags/tag8.xml"/><Relationship Id="rId51" Type="http://schemas.openxmlformats.org/officeDocument/2006/relationships/image" Target="../media/image24.png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6.png"/><Relationship Id="rId38" Type="http://schemas.openxmlformats.org/officeDocument/2006/relationships/image" Target="../media/image11.png"/><Relationship Id="rId46" Type="http://schemas.openxmlformats.org/officeDocument/2006/relationships/image" Target="../media/image19.png"/><Relationship Id="rId20" Type="http://schemas.openxmlformats.org/officeDocument/2006/relationships/tags" Target="../tags/tag20.xml"/><Relationship Id="rId41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602946" y="5415299"/>
            <a:ext cx="8388096" cy="722985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676656" y="448058"/>
            <a:ext cx="8247888" cy="25328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39023" y="1067620"/>
            <a:ext cx="3800856" cy="174345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4724402" y="1066798"/>
            <a:ext cx="4038600" cy="1752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1735140" y="1238332"/>
            <a:ext cx="685800" cy="62179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5198268" y="1270169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1362462" y="3182977"/>
            <a:ext cx="6876288" cy="162763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1472392" y="3172429"/>
            <a:ext cx="1496568" cy="153924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5569513" y="7806048"/>
            <a:ext cx="423672" cy="42367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680857" y="11654029"/>
            <a:ext cx="8241792" cy="92354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1981042" y="4724472"/>
            <a:ext cx="2913888" cy="83210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9"/>
          <a:stretch>
            <a:fillRect/>
          </a:stretch>
        </p:blipFill>
        <p:spPr>
          <a:xfrm>
            <a:off x="4724044" y="4729951"/>
            <a:ext cx="176784" cy="829056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4724399" y="4725061"/>
            <a:ext cx="2895600" cy="838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609601" y="5409898"/>
            <a:ext cx="8382000" cy="566928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1030316" y="1238991"/>
            <a:ext cx="704088" cy="70408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920631" y="1841858"/>
            <a:ext cx="1819656" cy="85953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2834345" y="1842238"/>
            <a:ext cx="1703832" cy="838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5"/>
          <a:stretch>
            <a:fillRect/>
          </a:stretch>
        </p:blipFill>
        <p:spPr>
          <a:xfrm>
            <a:off x="4953572" y="1752118"/>
            <a:ext cx="3590544" cy="978408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5106641" y="2055700"/>
            <a:ext cx="3334512" cy="6096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2886807" y="1379002"/>
            <a:ext cx="1694336" cy="247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985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Mesh</a:t>
            </a:r>
            <a:endParaRPr lang="en-US" sz="1600" dirty="0"/>
          </a:p>
        </p:txBody>
      </p:sp>
      <p:sp>
        <p:nvSpPr>
          <p:cNvPr id="22" name="Text 1"/>
          <p:cNvSpPr/>
          <p:nvPr/>
        </p:nvSpPr>
        <p:spPr>
          <a:xfrm>
            <a:off x="6101277" y="1359954"/>
            <a:ext cx="2523740" cy="485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6985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Labelled Image</a:t>
            </a:r>
            <a:endParaRPr lang="en-US" sz="1600" dirty="0"/>
          </a:p>
        </p:txBody>
      </p:sp>
      <p:sp>
        <p:nvSpPr>
          <p:cNvPr id="23" name="Text 2"/>
          <p:cNvSpPr/>
          <p:nvPr/>
        </p:nvSpPr>
        <p:spPr>
          <a:xfrm>
            <a:off x="5107866" y="1887401"/>
            <a:ext cx="3740401" cy="273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373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minkowski_tensors_from_label_image()</a:t>
            </a:r>
            <a:endParaRPr lang="en-US" sz="1150" dirty="0"/>
          </a:p>
        </p:txBody>
      </p:sp>
      <p:pic>
        <p:nvPicPr>
          <p:cNvPr id="24" name="Image 19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47"/>
          <a:stretch>
            <a:fillRect/>
          </a:stretch>
        </p:blipFill>
        <p:spPr>
          <a:xfrm>
            <a:off x="5142708" y="7892410"/>
            <a:ext cx="411480" cy="411480"/>
          </a:xfrm>
          <a:prstGeom prst="rect">
            <a:avLst/>
          </a:prstGeom>
        </p:spPr>
      </p:pic>
      <p:pic>
        <p:nvPicPr>
          <p:cNvPr id="25" name="Image 20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662940" y="5920736"/>
            <a:ext cx="8275320" cy="5760720"/>
          </a:xfrm>
          <a:prstGeom prst="rect">
            <a:avLst/>
          </a:prstGeom>
        </p:spPr>
      </p:pic>
      <p:pic>
        <p:nvPicPr>
          <p:cNvPr id="26" name="Image 21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9"/>
          <a:stretch>
            <a:fillRect/>
          </a:stretch>
        </p:blipFill>
        <p:spPr>
          <a:xfrm>
            <a:off x="1752985" y="2530485"/>
            <a:ext cx="170688" cy="746760"/>
          </a:xfrm>
          <a:prstGeom prst="rect">
            <a:avLst/>
          </a:prstGeom>
        </p:spPr>
      </p:pic>
      <p:pic>
        <p:nvPicPr>
          <p:cNvPr id="27" name="Image 22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3581777" y="2505673"/>
            <a:ext cx="170688" cy="771144"/>
          </a:xfrm>
          <a:prstGeom prst="rect">
            <a:avLst/>
          </a:prstGeom>
        </p:spPr>
      </p:pic>
      <p:pic>
        <p:nvPicPr>
          <p:cNvPr id="28" name="Image 23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51"/>
          <a:stretch>
            <a:fillRect/>
          </a:stretch>
        </p:blipFill>
        <p:spPr>
          <a:xfrm>
            <a:off x="6650344" y="2563142"/>
            <a:ext cx="170688" cy="71323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PORTMETHOD" val="pptx_export_from_biorender"/>
  <p:tag name="ILLUSTRATIONID" val="6a165fae96a91fe4bad0ed31"/>
  <p:tag name="SLIDEID" val="d8b6af00-a9ac-4faf-bc1f-d7d7462cc7d7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9b26250d-446d-4d20-9a4c-5c8638712077&quot;:{&quot;type&quot;:&quot;FIGURE_OBJECT&quot;,&quot;id&quot;:&quot;9b26250d-446d-4d20-9a4c-5c8638712077&quot;,&quot;path&quot;:{&quot;type&quot;:&quot;RECT&quot;,&quot;size&quot;:{&quot;x&quot;:862.7565902934398,&quot;y&quot;:741.147714578076},&quot;cornerRounding&quot;:{&quot;type&quot;:&quot;ARC_LENGTH&quot;,&quot;global&quot;:0}},&quot;pathStyles&quot;:[{&quot;type&quot;:&quot;FILL&quot;,&quot;fillStyle&quot;:&quot;rgba(229, 229, 229, 1)&quot;},{&quot;type&quot;:&quot;STROKE&quot;,&quot;strokeStyle&quot;:&quot;rgba(74, 72, 73, 1)&quot;,&quot;lineWidth&quot;:2,&quot;lineJoin&quot;:&quot;round&quot;}],&quot;parent&quot;:{&quot;type&quot;:&quot;CHILD&quot;,&quot;parentId&quot;:&quot;d8b6af00-a9ac-4faf-bc1f-d7d7462cc7d7&quot;,&quot;order&quot;:&quot;4&quot;},&quot;relativeTransform&quot;:{&quot;translate&quot;:{&quot;x&quot;:-4.547630779206003,&quot;y&quot;:612.0553387705195},&quot;rotate&quot;:0}},&quot;9dd901e6-9a2b-4bd9-8d4e-43a0cd042634&quot;:{&quot;type&quot;:&quot;FIGURE_OBJECT&quot;,&quot;id&quot;:&quot;9dd901e6-9a2b-4bd9-8d4e-43a0cd042634&quot;,&quot;relativeTransform&quot;:{&quot;translate&quot;:{&quot;x&quot;:198.98988079470206,&quot;y&quot;:-29.46374835482735},&quot;rotate&quot;:0},&quot;opacity&quot;:1,&quot;path&quot;:{&quot;type&quot;:&quot;POLY_LINE&quot;,&quot;points&quot;:[{&quot;x&quot;:0,&quot;y&quot;:-28.463821181596494},{&quot;x&quot;:0,&quot;y&quot;:28.46382118159649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8b6af00-a9ac-4faf-bc1f-d7d7462cc7d7&quot;,&quot;order&quot;:&quot;9999999999998&quot;},&quot;connectorInfo&quot;:{&quot;type&quot;:&quot;LINE&quot;,&quot;offset&quot;:{&quot;x&quot;:0,&quot;y&quot;:0},&quot;bending&quot;:0.1,&quot;customized&quot;:false}},&quot;18e35635-f3ef-4aa2-a974-3ddc3d8a0307&quot;:{&quot;type&quot;:&quot;FIGURE_OBJECT&quot;,&quot;id&quot;:&quot;18e35635-f3ef-4aa2-a974-3ddc3d8a0307&quot;,&quot;relativeTransform&quot;:{&quot;translate&quot;:{&quot;x&quot;:-123.16940397350982,&quot;y&quot;:-31.132728476821164},&quot;rotate&quot;:0,&quot;skewX&quot;:0,&quot;scale&quot;:{&quot;x&quot;:1,&quot;y&quot;:1}},&quot;opacity&quot;:1,&quot;path&quot;:{&quot;type&quot;:&quot;POLY_LINE&quot;,&quot;points&quot;:[{&quot;x&quot;:0,&quot;y&quot;:-32.78145697037279},{&quot;x&quot;:0,&quot;y&quot;:30.1324503311258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8b6af00-a9ac-4faf-bc1f-d7d7462cc7d7&quot;,&quot;order&quot;:&quot;9999999999997&quot;},&quot;connectorInfo&quot;:{&quot;type&quot;:&quot;LINE&quot;,&quot;offset&quot;:{&quot;x&quot;:0,&quot;y&quot;:0},&quot;bending&quot;:0.1,&quot;customized&quot;:false}},&quot;c2ee700e-7e37-40ad-8494-606ac055856f&quot;:{&quot;type&quot;:&quot;FIGURE_OBJECT&quot;,&quot;id&quot;:&quot;c2ee700e-7e37-40ad-8494-606ac055856f&quot;,&quot;relativeTransform&quot;:{&quot;translate&quot;:{&quot;x&quot;:-315.1686092715231,&quot;y&quot;:-31.13232450331125},&quot;rotate&quot;:0,&quot;skewX&quot;:0,&quot;scale&quot;:{&quot;x&quot;:1,&quot;y&quot;:1}},&quot;opacity&quot;:1,&quot;path&quot;:{&quot;type&quot;:&quot;POLY_LINE&quot;,&quot;points&quot;:[{&quot;x&quot;:0,&quot;y&quot;:-30.13245033112584},{&quot;x&quot;:0,&quot;y&quot;:30.1324503311258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8b6af00-a9ac-4faf-bc1f-d7d7462cc7d7&quot;,&quot;order&quot;:&quot;9999999999995&quot;},&quot;connectorInfo&quot;:{&quot;type&quot;:&quot;LINE&quot;,&quot;offset&quot;:{&quot;x&quot;:0,&quot;y&quot;:0},&quot;bending&quot;:0.1,&quot;customized&quot;:false}},&quot;21872e00-13dd-4887-bba2-edc1fbeb240b&quot;:{&quot;type&quot;:&quot;FIGURE_OBJECT&quot;,&quot;id&quot;:&quot;21872e00-13dd-4887-bba2-edc1fbeb240b&quot;,&quot;parent&quot;:{&quot;type&quot;:&quot;CHILD&quot;,&quot;parentId&quot;:&quot;d8b6af00-a9ac-4faf-bc1f-d7d7462cc7d7&quot;,&quot;order&quot;:&quot;99999&quot;},&quot;relativeTransform&quot;:{&quot;translate&quot;:{&quot;x&quot;:-79.11045402542045,&quot;y&quot;:1180.7565581125946},&quot;rotate&quot;:-1.5707963267948966}},&quot;6550abf2-f6aa-4053-b660-cc1e186f4a7a&quot;:{&quot;id&quot;:&quot;6550abf2-f6aa-4053-b660-cc1e186f4a7a&quot;,&quot;type&quot;:&quot;FIGURE_OBJECT&quot;,&quot;relativeTransform&quot;:{&quot;translate&quot;:{&quot;x&quot;:242.25739588812814,&quot;y&quot;:33.78157549333072},&quot;rotate&quot;:1.5707963267948968,&quot;skewX&quot;:-4.829387541525725e-17},&quot;text&quot;:{&quot;textData&quot;:{&quot;lineSpacing&quot;:&quot;normal&quot;,&quot;alignment&quot;:&quot;left&quot;,&quot;verticalAlign&quot;:&quot;TOP&quot;,&quot;lines&quot;:[{&quot;runs&quot;:[{&quot;style&quot;:{&quot;fontWeight&quot;:&quot;normal&quot;,&quot;fontStyle&quot;:&quot;normal&quot;,&quot;fontSize&quot;:20,&quot;fontFamily&quot;:&quot;Arial&quot;,&quot;color&quot;:&quot;black&quot;,&quot;decoration&quot;:&quot;none&quot;},&quot;range&quot;:[0,101]},{&quot;style&quot;:{&quot;fontFamily&quot;:&quot;Arial&quot;,&quot;fontSize&quot;:20,&quot;color&quot;:&quot;black&quot;,&quot;fontWeight&quot;:&quot;normal&quot;,&quot;fontStyle&quot;:&quot;normal&quot;,&quot;decoration&quot;:&quot;none&quot;},&quot;range&quot;:[102,102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03,103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104,105]},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106,163]}],&quot;text&quot;:&quot;Eigen Values (λ), Eigen Vectors, Anisotropy Ratios min(λ)/max(λ), Trace, Trace over Scalar Ratios for Wv20, Rank 3 &amp; 4 Normal Tensors, Irreducible Minkowski Tensors&quot;}],&quot;_lastCaretLocation&quot;:{&quot;lineIndex&quot;:0,&quot;runIndex&quot;:0,&quot;charIndex&quot;:51}},&quot;format&quot;:&quot;BETTER_TEXT&quot;,&quot;size&quot;:{&quot;x&quot;:733.5081384912285,&quot;y&quot;:60},&quot;targetSize&quot;:{&quot;x&quot;:733.5081384912285,&quot;y&quot;:52.48085386945117}},&quot;parent&quot;:{&quot;type&quot;:&quot;CHILD&quot;,&quot;parentId&quot;:&quot;21872e00-13dd-4887-bba2-edc1fbeb240b&quot;,&quot;order&quot;:&quot;5&quot;}},&quot;bb6fa99b-c730-462f-8f76-b330bd93a086&quot;:{&quot;type&quot;:&quot;FIGURE_OBJECT&quot;,&quot;id&quot;:&quot;bb6fa99b-c730-462f-8f76-b330bd93a086&quot;,&quot;relativeTransform&quot;:{&quot;translate&quot;:{&quot;x&quot;:244.75645747994815,&quot;y&quot;:447.0621982619939},&quot;rotate&quot;:1.5707963267948968,&quot;skewX&quot;:-4.829387541525723e-17},&quot;layout&quot;:{&quot;sizeRatio&quot;:{&quot;x&quot;:0.99328165374677,&quot;y&quot;:0.95},&quot;keepAspectRatio&quot;:false},&quot;opacity&quot;:1,&quot;path&quot;:{&quot;type&quot;:&quot;RECT&quot;,&quot;size&quot;:{&quot;x&quot;:119.24252473114173,&quot;y&quot;:95.00065486510752},&quot;cornerRounding&quot;:{&quot;type&quot;:&quot;ARC_LENGTH&quot;,&quot;global&quot;:6.323637609940117}},&quot;pathStyles&quot;:[{&quot;type&quot;:&quot;FILL&quot;,&quot;fillStyle&quot;:&quot;rgb(138, 42, 68)&quot;},{&quot;type&quot;:&quot;STROKE&quot;,&quot;strokeStyle&quot;:&quot;rgb(138, 42, 68)&quot;,&quot;lineWidth&quot;:0.9998552821506034,&quot;lineJoin&quot;:&quot;round&quot;}],&quot;isLocked&quot;:false,&quot;parent&quot;:{&quot;type&quot;:&quot;CHILD&quot;,&quot;parentId&quot;:&quot;21872e00-13dd-4887-bba2-edc1fbeb240b&quot;,&quot;order&quot;:&quot;7&quot;}},&quot;0b96ff68-72de-4d97-9b9d-848ac9f0e4f7&quot;:{&quot;type&quot;:&quot;FIGURE_OBJECT&quot;,&quot;id&quot;:&quot;0b96ff68-72de-4d97-9b9d-848ac9f0e4f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#FFFFFF&quot;,&quot;fontWeight&quot;:&quot;bold&quot;,&quot;fontStyle&quot;:&quot;normal&quot;,&quot;decoration&quot;:&quot;none&quot;,&quot;script&quot;:&quot;none&quot;},&quot;range&quot;:[0,28]}],&quot;text&quot;:&quot;Derived &amp; Additional Measures&quot;}],&quot;verticalAlign&quot;:&quot;TOP&quot;,&quot;_lastCaretLocation&quot;:{&quot;lineIndex&quot;:0,&quot;runIndex&quot;:0,&quot;charIndex&quot;:9}},&quot;size&quot;:{&quot;x&quot;:118.44141216188858,&quot;y&quot;:60},&quot;targetSize&quot;:{&quot;x&quot;:118.44141216188858,&quot;y&quot;:2},&quot;format&quot;:&quot;BETTER_TEXT&quot;,&quot;verticalAlign&quot;:&quot;TOP&quot;},&quot;parent&quot;:{&quot;type&quot;:&quot;CHILD&quot;,&quot;parentId&quot;:&quot;bb6fa99b-c730-462f-8f76-b330bd93a086&quot;,&quot;order&quot;:&quot;5&quot;}},&quot;a3057f7c-95a6-40fc-9bc7-98efce7368fc&quot;:{&quot;type&quot;:&quot;FIGURE_OBJECT&quot;,&quot;id&quot;:&quot;a3057f7c-95a6-40fc-9bc7-98efce7368fc&quot;,&quot;relativeTransform&quot;:{&quot;translate&quot;:{&quot;x&quot;:244.7565703177976,&quot;y&quot;:74.94292823353675},&quot;rotate&quot;:0},&quot;opacity&quot;:1,&quot;path&quot;:{&quot;type&quot;:&quot;RECT&quot;,&quot;size&quot;:{&quot;x&quot;:95.00013826930433,&quot;y&quot;:863.0028161363123},&quot;cornerRounding&quot;:{&quot;type&quot;:&quot;ARC_LENGTH&quot;,&quot;global&quot;:5.735392250875922}},&quot;pathStyles&quot;:[{&quot;type&quot;:&quot;FILL&quot;,&quot;fillStyle&quot;:&quot;rgba(252, 229, 234, 1)&quot;},{&quot;type&quot;:&quot;STROKE&quot;,&quot;strokeStyle&quot;:&quot;rgb(138, 42, 68)&quot;,&quot;lineWidth&quot;:0.9998552821506035,&quot;lineJoin&quot;:&quot;round&quot;}],&quot;isLocked&quot;:false,&quot;parent&quot;:{&quot;type&quot;:&quot;CHILD&quot;,&quot;parentId&quot;:&quot;21872e00-13dd-4887-bba2-edc1fbeb240b&quot;,&quot;order&quot;:&quot;2&quot;}},&quot;3b94467f-13c5-4a37-9ebf-921b789a8ee8&quot;:{&quot;type&quot;:&quot;FIGURE_OBJECT&quot;,&quot;id&quot;:&quot;3b94467f-13c5-4a37-9ebf-921b789a8ee8&quot;,&quot;parent&quot;:{&quot;type&quot;:&quot;CHILD&quot;,&quot;parentId&quot;:&quot;d8b6af00-a9ac-4faf-bc1f-d7d7462cc7d7&quot;,&quot;order&quot;:&quot;999999999995&quot;},&quot;relativeTransform&quot;:{&quot;translate&quot;:{&quot;x&quot;:3.3794143592714123,&quot;y&quot;:47.999628723202306},&quot;rotate&quot;:0,&quot;skewX&quot;:0,&quot;scale&quot;:{&quot;x&quot;:1,&quot;y&quot;:1}}},&quot;8ec69822-51fa-4f39-b89b-3dc53b159a7f&quot;:{&quot;type&quot;:&quot;FIGURE_OBJECT&quot;,&quot;id&quot;:&quot;8ec69822-51fa-4f39-b89b-3dc53b159a7f&quot;,&quot;parent&quot;:{&quot;type&quot;:&quot;CHILD&quot;,&quot;parentId&quot;:&quot;3b94467f-13c5-4a37-9ebf-921b789a8ee8&quot;,&quot;order&quot;:&quot;7&quot;},&quot;relativeTransform&quot;:{}},&quot;a1d114bb-152c-44d6-a90a-5192c4370d2b&quot;:{&quot;type&quot;:&quot;FIGURE_OBJECT&quot;,&quot;id&quot;:&quot;a1d114bb-152c-44d6-a90a-5192c4370d2b&quot;,&quot;parent&quot;:{&quot;type&quot;:&quot;CHILD&quot;,&quot;parentId&quot;:&quot;8ec69822-51fa-4f39-b89b-3dc53b159a7f&quot;,&quot;order&quot;:&quot;5&quot;},&quot;relativeTransform&quot;:{}},&quot;e33de5b0-55a3-4b18-9c2f-bb7c9f9602dc&quot;:{&quot;type&quot;:&quot;FIGURE_OBJECT&quot;,&quot;id&quot;:&quot;e33de5b0-55a3-4b18-9c2f-bb7c9f9602dc&quot;,&quot;parent&quot;:{&quot;type&quot;:&quot;CHILD&quot;,&quot;parentId&quot;:&quot;a1d114bb-152c-44d6-a90a-5192c4370d2b&quot;,&quot;order&quot;:&quot;7&quot;},&quot;relativeTransform&quot;:{}},&quot;55823462-9a55-44a8-8b12-faccae0b7ffe&quot;:{&quot;type&quot;:&quot;FIGURE_OBJECT&quot;,&quot;id&quot;:&quot;55823462-9a55-44a8-8b12-faccae0b7ffe&quot;,&quot;parent&quot;:{&quot;type&quot;:&quot;CHILD&quot;,&quot;parentId&quot;:&quot;e33de5b0-55a3-4b18-9c2f-bb7c9f9602dc&quot;,&quot;order&quot;:&quot;6&quot;},&quot;relativeTransform&quot;:{&quot;translate&quot;:{&quot;x&quot;:51.10496237498374,&quot;y&quot;:540.542767819556},&quot;rotate&quot;:0,&quot;skewX&quot;:0,&quot;scale&quot;:{&quot;x&quot;:1,&quot;y&quot;:1}}},&quot;11655f69-fd41-436b-b087-30b4eba1d956&quot;:{&quot;type&quot;:&quot;FIGURE_OBJECT&quot;,&quot;id&quot;:&quot;11655f69-fd41-436b-b087-30b4eba1d956&quot;,&quot;relativeTransform&quot;:{&quot;translate&quot;:{&quot;x&quot;:267.34174525033467,&quot;y&quot;:116.70617881553491},&quot;rotate&quot;:0.3127535978422009,&quot;skewX&quot;:0.01763253259885743},&quot;opacity&quot;:1,&quot;path&quot;:{&quot;type&quot;:&quot;ELLIPSE&quot;,&quot;size&quot;:{&quot;x&quot;:16.770890274900538,&quot;y&quot;:30.58954343208788}},&quot;isLocked&quot;:false,&quot;pathStyles&quot;:[{&quot;type&quot;:&quot;FILL&quot;,&quot;fillStyle&quot;:&quot;rgba(102, 55, 42, 1)&quot;},{&quot;type&quot;:&quot;STROKE&quot;,&quot;strokeStyle&quot;:&quot;rgba(102, 55, 42, 1)&quot;,&quot;lineWidth&quot;:2.6542550484437992,&quot;lineJoin&quot;:&quot;round&quot;}],&quot;parent&quot;:{&quot;type&quot;:&quot;CHILD&quot;,&quot;parentId&quot;:&quot;55823462-9a55-44a8-8b12-faccae0b7ffe&quot;,&quot;order&quot;:&quot;8&quot;}},&quot;97907d8c-514b-474b-b018-958924a71756&quot;:{&quot;relativeTransform&quot;:{&quot;translate&quot;:{&quot;x&quot;:272.3818016542613,&quot;y&quot;:439.20738292928667},&quot;rotate&quot;:1.8545077330639375},&quot;type&quot;:&quot;FIGURE_OBJECT&quot;,&quot;id&quot;:&quot;97907d8c-514b-474b-b018-958924a71756&quot;,&quot;opacity&quot;:1,&quot;path&quot;:{&quot;type&quot;:&quot;POLY_LINE&quot;,&quot;points&quot;:[{&quot;x&quot;:-321.61095963527214,&quot;y&quot;:29.50555309563034},{&quot;x&quot;:-324.7029508684761,&quot;y&quot;:13.76037085252584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55823462-9a55-44a8-8b12-faccae0b7ffe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6053b8a9-5d80-4e4d-b038-51c2b69748ee&quot;:{&quot;relativeTransform&quot;:{&quot;translate&quot;:{&quot;x&quot;:0,&quot;y&quot;:0},&quot;rotate&quot;:0},&quot;type&quot;:&quot;FIGURE_OBJECT&quot;,&quot;id&quot;:&quot;6053b8a9-5d80-4e4d-b038-51c2b69748ee&quot;,&quot;opacity&quot;:1,&quot;path&quot;:{&quot;type&quot;:&quot;POLY_LINE&quot;,&quot;points&quot;:[{&quot;x&quot;:355.78378686036416,&quot;y&quot;:151.17333932018653},{&quot;x&quot;:369.28505642697615,&quot;y&quot;:156.39562564619254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55823462-9a55-44a8-8b12-faccae0b7ffe&quot;,&quot;order&quot;:&quot;6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6ebdda7e-0dec-4d9a-9abf-0423586444a1&quot;:{&quot;relativeTransform&quot;:{&quot;translate&quot;:{&quot;x&quot;:21.615142032124155,&quot;y&quot;:36.295452630758774},&quot;rotate&quot;:-2.782385566874422},&quot;type&quot;:&quot;FIGURE_OBJECT&quot;,&quot;id&quot;:&quot;6ebdda7e-0dec-4d9a-9abf-0423586444a1&quot;,&quot;opacity&quot;:1,&quot;path&quot;:{&quot;type&quot;:&quot;POLY_LINE&quot;,&quot;points&quot;:[{&quot;x&quot;:-316.6758256739272,&quot;y&quot;:23.23641623277764},{&quot;x&quot;:-315.8932417051721,&quot;y&quot;:14.584050391565423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55823462-9a55-44a8-8b12-faccae0b7ffe&quot;,&quot;order&quot;:&quot;5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dda50767-86f9-402f-910a-55b7278820c9&quot;:{&quot;relativeTransform&quot;:{&quot;translate&quot;:{&quot;x&quot;:616.458777442431,&quot;y&quot;:226.2962892708541},&quot;rotate&quot;:0.4895970436077456},&quot;type&quot;:&quot;FIGURE_OBJECT&quot;,&quot;id&quot;:&quot;dda50767-86f9-402f-910a-55b7278820c9&quot;,&quot;opacity&quot;:1,&quot;path&quot;:{&quot;type&quot;:&quot;POLY_LINE&quot;,&quot;points&quot;:[{&quot;x&quot;:-313.74540221044896,&quot;y&quot;:35.57825911226846},{&quot;x&quot;:-317.7882583285926,&quot;y&quot;:13.154848145004049}],&quot;closed&quot;:false},&quot;pathStyles&quot;:[{&quot;type&quot;:&quot;FILL&quot;,&quot;fillStyle&quot;:&quot;rgba(0,0,0,0)&quot;},{&quot;type&quot;:&quot;STROKE&quot;,&quot;strokeStyle&quot;:&quot;rgba(0, 0, 0, 1)&quot;,&quot;lineWidth&quot;:1.8827153569340216,&quot;lineJoin&quot;:&quot;round&quot;,&quot;dashArray&quot;:[2]}],&quot;isLocked&quot;:false,&quot;parent&quot;:{&quot;type&quot;:&quot;CHILD&quot;,&quot;parentId&quot;:&quot;55823462-9a55-44a8-8b12-faccae0b7ffe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9ef67f4b-dec4-44c3-8516-6d77b7ebd9b2&quot;:{&quot;relativeTransform&quot;:{&quot;translate&quot;:{&quot;x&quot;:602.4450826631835,&quot;y&quot;:188.488697088896},&quot;rotate&quot;:0.2767519810414977},&quot;type&quot;:&quot;FIGURE_OBJECT&quot;,&quot;id&quot;:&quot;9ef67f4b-dec4-44c3-8516-6d77b7ebd9b2&quot;,&quot;opacity&quot;:1,&quot;path&quot;:{&quot;type&quot;:&quot;POLY_LINE&quot;,&quot;points&quot;:[{&quot;x&quot;:-316.01389091992814,&quot;y&quot;:38.3912705514123},{&quot;x&quot;:-315.4603140223935,&quot;y&quot;:28.361073080028916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55823462-9a55-44a8-8b12-faccae0b7ffe&quot;,&quot;order&quot;:&quot;3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405f4f3f-6f1a-4159-8090-45972277c9b3&quot;:{&quot;relativeTransform&quot;:{&quot;translate&quot;:{&quot;x&quot;:-2.6791450726404755,&quot;y&quot;:263.6352813432114},&quot;rotate&quot;:2.893663419636727},&quot;type&quot;:&quot;FIGURE_OBJECT&quot;,&quot;id&quot;:&quot;405f4f3f-6f1a-4159-8090-45972277c9b3&quot;,&quot;opacity&quot;:1,&quot;path&quot;:{&quot;type&quot;:&quot;POLY_LINE&quot;,&quot;points&quot;:[{&quot;x&quot;:-323.1938822586957,&quot;y&quot;:28.045188591583994},{&quot;x&quot;:-316.67657445345895,&quot;y&quot;:15.477085999691507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55823462-9a55-44a8-8b12-faccae0b7ffe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7f8a90b6-13d4-4c1f-a41b-2d756e5e3ce5&quot;:{&quot;relativeTransform&quot;:{&quot;translate&quot;:{&quot;x&quot;:364.8903299737373,&quot;y&quot;:-219.58326981302716},&quot;rotate&quot;:-1.2142605071082915},&quot;type&quot;:&quot;FIGURE_OBJECT&quot;,&quot;id&quot;:&quot;7f8a90b6-13d4-4c1f-a41b-2d756e5e3ce5&quot;,&quot;opacity&quot;:1,&quot;path&quot;:{&quot;type&quot;:&quot;POLY_LINE&quot;,&quot;points&quot;:[{&quot;x&quot;:-324.92780925154614,&quot;y&quot;:24.821286051459563},{&quot;x&quot;:-322.4957242321501,&quot;y&quot;:7.895383955479282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55823462-9a55-44a8-8b12-faccae0b7ffe&quot;,&quot;order&quot;:&quot;1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b0fd4b55-caff-4dee-a5bc-037c52a3c7d5&quot;:{&quot;type&quot;:&quot;FIGURE_OBJECT&quot;,&quot;id&quot;:&quot;b0fd4b55-caff-4dee-a5bc-037c52a3c7d5&quot;,&quot;parent&quot;:{&quot;type&quot;:&quot;CHILD&quot;,&quot;parentId&quot;:&quot;55823462-9a55-44a8-8b12-faccae0b7ffe&quot;,&quot;order&quot;:&quot;05&quot;},&quot;relativeTransform&quot;:{&quot;translate&quot;:{&quot;x&quot;:292.2945237479731,&quot;y&quot;:237.74443395018338},&quot;rotate&quot;:0}},&quot;e82c165b-559f-49f6-9216-bbedb764ef54&quot;:{&quot;type&quot;:&quot;FIGURE_OBJECT&quot;,&quot;id&quot;:&quot;e82c165b-559f-49f6-9216-bbedb764ef54&quot;,&quot;relativeTransform&quot;:{&quot;translate&quot;:{&quot;x&quot;:15.782451084658746,&quot;y&quot;:-106.77775414654711},&quot;rotate&quot;:0},&quot;opacity&quot;:0.53,&quot;path&quot;:{&quot;type&quot;:&quot;POLY_LINE&quot;,&quot;points&quot;:[{&quot;x&quot;:-37.3268877071945,&quot;y&quot;:-29.443738197003594},{&quot;x&quot;:-45.27906672885865,&quot;y&quot;:1.742242573985741},{&quot;x&quot;:-10.78842095203483,&quot;y&quot;:11.787653766031147},{&quot;x&quot;:4.753304524336092,&quot;y&quot;:16.615648036012022},{&quot;x&quot;:19.916452798031166,&quot;y&quot;:20.66479700182556},{&quot;x&quot;:31.52946913613014,&quot;y&quot;:24.753734848704156},{&quot;x&quot;:35.585227815596106,&quot;y&quot;:24.753734848704156},{&quot;x&quot;:36.11091472612994,&quot;y&quot;:23.390755566411283},{&quot;x&quot;:35.92471203121543,&quot;y&quot;:23.475412585710156},{&quot;x&quot;:43.12899471998936,&quot;y&quot;:3.5809951861220672},{&quot;x&quot;:16.05249621708958,&quot;y&quot;:-7.957766478091203}],&quot;closed&quot;:true},&quot;pathStyles&quot;:[{&quot;type&quot;:&quot;FILL&quot;,&quot;fillStyle&quot;:&quot;rgba(100, 54, 40, 1)&quot;},{&quot;type&quot;:&quot;STROKE&quot;,&quot;strokeStyle&quot;:&quot;rgba(0,0,0,0)&quot;,&quot;lineWidth&quot;:1.8827153569340218,&quot;lineJoin&quot;:&quot;round&quot;}],&quot;isLocked&quot;:false,&quot;parent&quot;:{&quot;type&quot;:&quot;CHILD&quot;,&quot;parentId&quot;:&quot;b0fd4b55-caff-4dee-a5bc-037c52a3c7d5&quot;,&quot;order&quot;:&quot;7&quot;},&quot;connectorInfo&quot;:{&quot;type&quot;:&quot;ELBOW&quot;,&quot;offset&quot;:{&quot;x&quot;:0,&quot;y&quot;:0},&quot;bending&quot;:0.1,&quot;customized&quot;:true}},&quot;e4f57647-5542-4476-bd4a-cf41214afeca&quot;:{&quot;type&quot;:&quot;FIGURE_OBJECT&quot;,&quot;id&quot;:&quot;e4f57647-5542-4476-bd4a-cf41214afeca&quot;,&quot;relativeTransform&quot;:{&quot;translate&quot;:{&quot;x&quot;:53.963458112511454,&quot;y&quot;:-91.9858903372391},&quot;rotate&quot;:0.3127535978422009,&quot;skewX&quot;:0.017632532598857335},&quot;opacity&quot;:1,&quot;path&quot;:{&quot;type&quot;:&quot;ELLIPSE&quot;,&quot;size&quot;:{&quot;x&quot;:10.855273020002535,&quot;y&quot;:21.84379228509649}},&quot;isLocked&quot;:false,&quot;pathStyles&quot;:[{&quot;type&quot;:&quot;FILL&quot;,&quot;fillStyle&quot;:&quot;rgba(102, 55, 42, 1)&quot;},{&quot;type&quot;:&quot;STROKE&quot;,&quot;strokeStyle&quot;:&quot;rgba(102, 55, 42, 1)&quot;,&quot;lineWidth&quot;:1.8827153569340218,&quot;lineJoin&quot;:&quot;round&quot;}],&quot;parent&quot;:{&quot;type&quot;:&quot;CHILD&quot;,&quot;parentId&quot;:&quot;b0fd4b55-caff-4dee-a5bc-037c52a3c7d5&quot;,&quot;order&quot;:&quot;6&quot;}},&quot;70c3701e-89d8-4ac3-94b3-2d921bdecd13&quot;:{&quot;type&quot;:&quot;FIGURE_OBJECT&quot;,&quot;id&quot;:&quot;70c3701e-89d8-4ac3-94b3-2d921bdecd13&quot;,&quot;relativeTransform&quot;:{&quot;translate&quot;:{&quot;x&quot;:13.57457060499272,&quot;y&quot;:-85.54599433937194},&quot;rotate&quot;:0},&quot;opacity&quot;:1,&quot;path&quot;:{&quot;type&quot;:&quot;POLY_LINE&quot;,&quot;points&quot;:[{&quot;x&quot;:-43.18008230532971,&quot;y&quot;:-19.61664616027686},{&quot;x&quot;:35.77965900204382,&quot;y&quot;:3.9788831441816446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b0fd4b55-caff-4dee-a5bc-037c52a3c7d5&quot;,&quot;order&quot;:&quot;5&quot;},&quot;connectorInfo&quot;:{&quot;type&quot;:&quot;LINE&quot;,&quot;offset&quot;:{&quot;x&quot;:0,&quot;y&quot;:0},&quot;bending&quot;:0.1,&quot;customized&quot;:false}},&quot;cd3f4bc8-5148-4b47-93a8-a441b6b682c6&quot;:{&quot;type&quot;:&quot;FIGURE_OBJECT&quot;,&quot;id&quot;:&quot;cd3f4bc8-5148-4b47-93a8-a441b6b682c6&quot;,&quot;relativeTransform&quot;:{&quot;translate&quot;:{&quot;x&quot;:25.335866763939702,&quot;y&quot;:-116.58128530900456},&quot;rotate&quot;:0},&quot;opacity&quot;:1,&quot;path&quot;:{&quot;type&quot;:&quot;POLY_LINE&quot;,&quot;points&quot;:[{&quot;x&quot;:-46.12127611758296,&quot;y&quot;:-19.376411741144207},{&quot;x&quot;:32.115938675163655,&quot;y&quot;:13.408086430940783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b0fd4b55-caff-4dee-a5bc-037c52a3c7d5&quot;,&quot;order&quot;:&quot;2&quot;},&quot;connectorInfo&quot;:{&quot;type&quot;:&quot;LINE&quot;,&quot;offset&quot;:{&quot;x&quot;:0,&quot;y&quot;:0},&quot;bending&quot;:0.1,&quot;customized&quot;:false}},&quot;48e8bd54-2097-4149-ab7a-6cddd6c936b8&quot;:{&quot;type&quot;:&quot;FIGURE_OBJECT&quot;,&quot;id&quot;:&quot;48e8bd54-2097-4149-ab7a-6cddd6c936b8&quot;,&quot;parent&quot;:{&quot;type&quot;:&quot;CHILD&quot;,&quot;parentId&quot;:&quot;b0fd4b55-caff-4dee-a5bc-037c52a3c7d5&quot;,&quot;order&quot;:&quot;1&quot;},&quot;relativeTransform&quot;:{&quot;translate&quot;:{&quot;x&quot;:288.1968161614914,&quot;y&quot;:-8.671112509815469},&quot;rotate&quot;:0}},&quot;652a7eb8-72a6-4181-b3b4-64b389b50f9a&quot;:{&quot;type&quot;:&quot;FIGURE_OBJECT&quot;,&quot;id&quot;:&quot;652a7eb8-72a6-4181-b3b4-64b389b50f9a&quot;,&quot;parent&quot;:{&quot;type&quot;:&quot;CROP&quot;,&quot;parentId&quot;:&quot;48e8bd54-2097-4149-ab7a-6cddd6c936b8&quot;,&quot;order&quot;:&quot;5&quot;},&quot;relativeTransform&quot;:{&quot;translate&quot;:{&quot;x&quot;:-275.17939302640855,&quot;y&quot;:-100.57315027014734},&quot;rotate&quot;:0,&quot;skewX&quot;:0,&quot;scale&quot;:{&quot;x&quot;:57.56816160757637,&quot;y&quot;:59.21736969461302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ffe75a29-331e-40fd-b601-d1d4c82ffc3f&quot;:{&quot;id&quot;:&quot;ffe75a29-331e-40fd-b601-d1d4c82ffc3f&quot;,&quot;name&quot;:&quot;image.png&quot;,&quot;type&quot;:&quot;FIGURE_OBJECT&quot;,&quot;relativeTransform&quot;:{&quot;translate&quot;:{&quot;x&quot;:-275.17939302640855,&quot;y&quot;:-100.57315027014734},&quot;rotate&quot;:0,&quot;skewX&quot;:0,&quot;scale&quot;:{&quot;x&quot;:0.4306951349900158,&quot;y&quot;:0.44303365475229006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48e8bd54-2097-4149-ab7a-6cddd6c936b8&quot;,&quot;order&quot;:&quot;5&quot;},&quot;styles&quot;:{&quot;editable&quot;:[{&quot;styleName&quot;:&quot;MONOCHROME_COLOR&quot;,&quot;index&quot;:0,&quot;color&quot;:&quot;#BBBBBC&quot;}]}},&quot;af2f5530-f8b0-4e0f-bae3-d80ee8d18745&quot;:{&quot;type&quot;:&quot;FIGURE_OBJECT&quot;,&quot;id&quot;:&quot;af2f5530-f8b0-4e0f-bae3-d80ee8d18745&quot;,&quot;parent&quot;:{&quot;type&quot;:&quot;CHILD&quot;,&quot;parentId&quot;:&quot;e33de5b0-55a3-4b18-9c2f-bb7c9f9602dc&quot;,&quot;order&quot;:&quot;7&quot;},&quot;relativeTransform&quot;:{&quot;translate&quot;:{&quot;x&quot;:47.64634650358328,&quot;y&quot;:557.5706266230922},&quot;rotate&quot;:0,&quot;skewX&quot;:0,&quot;scale&quot;:{&quot;x&quot;:1,&quot;y&quot;:1}}},&quot;4898f4e5-bfd2-45ce-a9cc-cb639ac955e7&quot;:{&quot;type&quot;:&quot;FIGURE_OBJECT&quot;,&quot;id&quot;:&quot;4898f4e5-bfd2-45ce-a9cc-cb639ac955e7&quot;,&quot;relativeTransform&quot;:{&quot;translate&quot;:{&quot;x&quot;:267.6384593532271,&quot;y&quot;:198.31310682703256},&quot;rotate&quot;:0.3127535978422009,&quot;skewX&quot;:0.01763253259885743},&quot;opacity&quot;:1,&quot;path&quot;:{&quot;type&quot;:&quot;ELLIPSE&quot;,&quot;size&quot;:{&quot;x&quot;:16.770890274900538,&quot;y&quot;:30.58954343208788}},&quot;isLocked&quot;:false,&quot;pathStyles&quot;:[{&quot;type&quot;:&quot;FILL&quot;,&quot;fillStyle&quot;:&quot;rgba(102, 55, 42, 1)&quot;},{&quot;type&quot;:&quot;STROKE&quot;,&quot;strokeStyle&quot;:&quot;rgba(102, 55, 42, 1)&quot;,&quot;lineWidth&quot;:2.6542550484437992,&quot;lineJoin&quot;:&quot;round&quot;}],&quot;parent&quot;:{&quot;type&quot;:&quot;CHILD&quot;,&quot;parentId&quot;:&quot;af2f5530-f8b0-4e0f-bae3-d80ee8d18745&quot;,&quot;order&quot;:&quot;6&quot;}},&quot;67c3634c-77f6-4ae2-ba4d-8482d90257a4&quot;:{&quot;relativeTransform&quot;:{&quot;translate&quot;:{&quot;x&quot;:301.750834184459,&quot;y&quot;:526.9449254661016},&quot;rotate&quot;:1.8212004451194572},&quot;type&quot;:&quot;FIGURE_OBJECT&quot;,&quot;id&quot;:&quot;67c3634c-77f6-4ae2-ba4d-8482d90257a4&quot;,&quot;opacity&quot;:1,&quot;path&quot;:{&quot;type&quot;:&quot;POLY_LINE&quot;,&quot;points&quot;:[{&quot;x&quot;:-321.7198392621829,&quot;y&quot;:29.491080319314214},{&quot;x&quot;:-319.0418427197237,&quot;y&quot;:11.799827216464118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af2f5530-f8b0-4e0f-bae3-d80ee8d18745&quot;,&quot;order&quot;:&quot;5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0c512c76-2323-4821-939f-8b168a8fcdec&quot;:{&quot;relativeTransform&quot;:{&quot;translate&quot;:{&quot;x&quot;:402.0147291646043,&quot;y&quot;:151.28693356352204},&quot;rotate&quot;:-2.810494617521567},&quot;type&quot;:&quot;FIGURE_OBJECT&quot;,&quot;id&quot;:&quot;0c512c76-2323-4821-939f-8b168a8fcdec&quot;,&quot;opacity&quot;:1,&quot;path&quot;:{&quot;type&quot;:&quot;POLY_LINE&quot;,&quot;points&quot;:[{&quot;x&quot;:26.849768788182562,&quot;y&quot;:-101.61018687361168},{&quot;x&quot;:17.751452563851892,&quot;y&quot;:-101.13146533039358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af2f5530-f8b0-4e0f-bae3-d80ee8d18745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737b9ce4-7aad-49fc-9cb4-6f8733f5c405&quot;:{&quot;relativeTransform&quot;:{&quot;translate&quot;:{&quot;x&quot;:283.63273139368937,&quot;y&quot;:534.7992629869162},&quot;rotate&quot;:1.8482359168961986},&quot;type&quot;:&quot;FIGURE_OBJECT&quot;,&quot;id&quot;:&quot;737b9ce4-7aad-49fc-9cb4-6f8733f5c405&quot;,&quot;opacity&quot;:1,&quot;path&quot;:{&quot;type&quot;:&quot;POLY_LINE&quot;,&quot;points&quot;:[{&quot;x&quot;:-324.71401841594724,&quot;y&quot;:22.71568915512214},{&quot;x&quot;:-323.62349189546563,&quot;y&quot;:14.25722245628047}],&quot;closed&quot;:false},&quot;pathStyles&quot;:[{&quot;type&quot;:&quot;FILL&quot;,&quot;fillStyle&quot;:&quot;rgba(0,0,0,0)&quot;},{&quot;type&quot;:&quot;STROKE&quot;,&quot;strokeStyle&quot;:&quot;rgba(0, 0, 0, 1)&quot;,&quot;lineWidth&quot;:1.8827153569340216,&quot;lineJoin&quot;:&quot;round&quot;,&quot;dashArray&quot;:[2]}],&quot;isLocked&quot;:false,&quot;parent&quot;:{&quot;type&quot;:&quot;CHILD&quot;,&quot;parentId&quot;:&quot;af2f5530-f8b0-4e0f-bae3-d80ee8d18745&quot;,&quot;order&quot;:&quot;3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b13fdf16-4c3d-47b2-b28f-ef2f831e485f&quot;:{&quot;relativeTransform&quot;:{&quot;translate&quot;:{&quot;x&quot;:368.9976131574225,&quot;y&quot;:-136.5639256393738},&quot;rotate&quot;:-1.1549592931789616},&quot;type&quot;:&quot;FIGURE_OBJECT&quot;,&quot;id&quot;:&quot;b13fdf16-4c3d-47b2-b28f-ef2f831e485f&quot;,&quot;opacity&quot;:1,&quot;path&quot;:{&quot;type&quot;:&quot;POLY_LINE&quot;,&quot;points&quot;:[{&quot;x&quot;:-322.4962110491645,&quot;y&quot;:29.462737487748843},{&quot;x&quot;:-323.95500786866984,&quot;y&quot;:12.927736304193068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af2f5530-f8b0-4e0f-bae3-d80ee8d18745&quot;,&quot;order&quot;:&quot;2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27622e3b-47c5-488c-824e-69dfcd07df2f&quot;:{&quot;relativeTransform&quot;:{&quot;translate&quot;:{&quot;x&quot;:55.605879323336666,&quot;y&quot;:-14.697513203211882},&quot;rotate&quot;:-2.1554198107515297},&quot;type&quot;:&quot;FIGURE_OBJECT&quot;,&quot;id&quot;:&quot;27622e3b-47c5-488c-824e-69dfcd07df2f&quot;,&quot;opacity&quot;:1,&quot;path&quot;:{&quot;type&quot;:&quot;POLY_LINE&quot;,&quot;points&quot;:[{&quot;x&quot;:-321.14106499959934,&quot;y&quot;:37.72837188123997},{&quot;x&quot;:-313.06274590045507,&quot;y&quot;:25.52172370079157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af2f5530-f8b0-4e0f-bae3-d80ee8d18745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ed1f1cd8-8821-4883-bdbc-1056902491d3&quot;:{&quot;relativeTransform&quot;:{&quot;translate&quot;:{&quot;x&quot;:529.0530145271383,&quot;y&quot;:431.9114176570404},&quot;rotate&quot;:0.794638070105538},&quot;type&quot;:&quot;FIGURE_OBJECT&quot;,&quot;id&quot;:&quot;ed1f1cd8-8821-4883-bdbc-1056902491d3&quot;,&quot;opacity&quot;:1,&quot;path&quot;:{&quot;type&quot;:&quot;POLY_LINE&quot;,&quot;points&quot;:[{&quot;x&quot;:-342.8786131338508,&quot;y&quot;:38.409608011253844},{&quot;x&quot;:-351.6279449551653,&quot;y&quot;:42.44580937364819}],&quot;closed&quot;:false},&quot;pathStyles&quot;:[{&quot;type&quot;:&quot;FILL&quot;,&quot;fillStyle&quot;:&quot;rgba(0,0,0,0)&quot;},{&quot;type&quot;:&quot;STROKE&quot;,&quot;strokeStyle&quot;:&quot;rgba(0, 0, 0, 1)&quot;,&quot;lineWidth&quot;:1.898042552614936,&quot;lineJoin&quot;:&quot;round&quot;,&quot;dashArray&quot;:[2]}],&quot;isLocked&quot;:false,&quot;parent&quot;:{&quot;type&quot;:&quot;CHILD&quot;,&quot;parentId&quot;:&quot;af2f5530-f8b0-4e0f-bae3-d80ee8d18745&quot;,&quot;order&quot;:&quot;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1abb08e7-390c-4fc4-b59f-e74575329b3d&quot;:{&quot;relativeTransform&quot;:{&quot;translate&quot;:{&quot;x&quot;:-48.19499392728177,&quot;y&quot;:172.82545355392043},&quot;rotate&quot;:-3.031211751864066},&quot;type&quot;:&quot;FIGURE_OBJECT&quot;,&quot;id&quot;:&quot;1abb08e7-390c-4fc4-b59f-e74575329b3d&quot;,&quot;opacity&quot;:1,&quot;path&quot;:{&quot;type&quot;:&quot;POLY_LINE&quot;,&quot;points&quot;:[{&quot;x&quot;:-316.49302837447453,&quot;y&quot;:24.961323023965132},{&quot;x&quot;:-306.8094550410922,&quot;y&quot;:26.2883878983583}],&quot;closed&quot;:false},&quot;pathStyles&quot;:[{&quot;type&quot;:&quot;FILL&quot;,&quot;fillStyle&quot;:&quot;rgba(0,0,0,0)&quot;},{&quot;type&quot;:&quot;STROKE&quot;,&quot;strokeStyle&quot;:&quot;rgba(0, 0, 0, 1)&quot;,&quot;lineWidth&quot;:1.8827153569340216,&quot;lineJoin&quot;:&quot;round&quot;,&quot;dashArray&quot;:[2]}],&quot;isLocked&quot;:false,&quot;parent&quot;:{&quot;type&quot;:&quot;CHILD&quot;,&quot;parentId&quot;:&quot;af2f5530-f8b0-4e0f-bae3-d80ee8d18745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8c7b4ec7-c865-4553-8441-7d61486cd0f6&quot;:{&quot;relativeTransform&quot;:{&quot;translate&quot;:{&quot;x&quot;:260.7027983614109,&quot;y&quot;:203.9515191662272},&quot;rotate&quot;:1.835545728029244},&quot;type&quot;:&quot;FIGURE_OBJECT&quot;,&quot;id&quot;:&quot;8c7b4ec7-c865-4553-8441-7d61486cd0f6&quot;,&quot;opacity&quot;:1,&quot;path&quot;:{&quot;type&quot;:&quot;POLY_LINE&quot;,&quot;points&quot;:[{&quot;x&quot;:18.69689439130492,&quot;y&quot;:-90.93377721513846},{&quot;x&quot;:18.286842645957854,&quot;y&quot;:-107.26766963451605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af2f5530-f8b0-4e0f-bae3-d80ee8d18745&quot;,&quot;order&quot;:&quot;1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a521e012-1a7d-42e5-ad22-b371d6962e86&quot;:{&quot;type&quot;:&quot;FIGURE_OBJECT&quot;,&quot;id&quot;:&quot;a521e012-1a7d-42e5-ad22-b371d6962e86&quot;,&quot;parent&quot;:{&quot;type&quot;:&quot;CHILD&quot;,&quot;parentId&quot;:&quot;af2f5530-f8b0-4e0f-bae3-d80ee8d18745&quot;,&quot;order&quot;:&quot;05&quot;},&quot;relativeTransform&quot;:{&quot;translate&quot;:{&quot;x&quot;:292.2948622991509,&quot;y&quot;:319.2313149982574},&quot;rotate&quot;:0}},&quot;82f20cd5-1c83-479e-8e50-f529735df87a&quot;:{&quot;type&quot;:&quot;FIGURE_OBJECT&quot;,&quot;id&quot;:&quot;82f20cd5-1c83-479e-8e50-f529735df87a&quot;,&quot;relativeTransform&quot;:{&quot;translate&quot;:{&quot;x&quot;:15.782451084658746,&quot;y&quot;:-106.77775414654711},&quot;rotate&quot;:0},&quot;opacity&quot;:0.53,&quot;path&quot;:{&quot;type&quot;:&quot;POLY_LINE&quot;,&quot;points&quot;:[{&quot;x&quot;:-37.3268877071945,&quot;y&quot;:-29.443738197003594},{&quot;x&quot;:-45.27906672885865,&quot;y&quot;:1.742242573985741},{&quot;x&quot;:-10.78842095203483,&quot;y&quot;:11.787653766031147},{&quot;x&quot;:4.753304524336092,&quot;y&quot;:16.615648036012022},{&quot;x&quot;:19.916452798031166,&quot;y&quot;:20.66479700182556},{&quot;x&quot;:31.52946913613014,&quot;y&quot;:24.753734848704156},{&quot;x&quot;:35.585227815596106,&quot;y&quot;:24.753734848704156},{&quot;x&quot;:36.11091472612994,&quot;y&quot;:23.390755566411283},{&quot;x&quot;:35.92471203121543,&quot;y&quot;:23.475412585710156},{&quot;x&quot;:43.12899471998936,&quot;y&quot;:3.5809951861220672},{&quot;x&quot;:16.05249621708958,&quot;y&quot;:-7.957766478091203}],&quot;closed&quot;:true},&quot;pathStyles&quot;:[{&quot;type&quot;:&quot;FILL&quot;,&quot;fillStyle&quot;:&quot;rgba(100, 54, 40, 1)&quot;},{&quot;type&quot;:&quot;STROKE&quot;,&quot;strokeStyle&quot;:&quot;rgba(0,0,0,0)&quot;,&quot;lineWidth&quot;:1.8827153569340218,&quot;lineJoin&quot;:&quot;round&quot;}],&quot;isLocked&quot;:false,&quot;parent&quot;:{&quot;type&quot;:&quot;CHILD&quot;,&quot;parentId&quot;:&quot;a521e012-1a7d-42e5-ad22-b371d6962e86&quot;,&quot;order&quot;:&quot;7&quot;},&quot;connectorInfo&quot;:{&quot;type&quot;:&quot;ELBOW&quot;,&quot;offset&quot;:{&quot;x&quot;:0,&quot;y&quot;:0},&quot;bending&quot;:0.1,&quot;customized&quot;:true}},&quot;b55ffd24-90ea-4c5d-af38-7795bc391ef7&quot;:{&quot;type&quot;:&quot;FIGURE_OBJECT&quot;,&quot;id&quot;:&quot;b55ffd24-90ea-4c5d-af38-7795bc391ef7&quot;,&quot;relativeTransform&quot;:{&quot;translate&quot;:{&quot;x&quot;:53.963458112511454,&quot;y&quot;:-91.9858903372391},&quot;rotate&quot;:0.3127535978422009,&quot;skewX&quot;:0.017632532598857335},&quot;opacity&quot;:1,&quot;path&quot;:{&quot;type&quot;:&quot;ELLIPSE&quot;,&quot;size&quot;:{&quot;x&quot;:10.855273020002535,&quot;y&quot;:21.84379228509649}},&quot;isLocked&quot;:false,&quot;pathStyles&quot;:[{&quot;type&quot;:&quot;FILL&quot;,&quot;fillStyle&quot;:&quot;rgba(102, 55, 42, 1)&quot;},{&quot;type&quot;:&quot;STROKE&quot;,&quot;strokeStyle&quot;:&quot;rgba(102, 55, 42, 1)&quot;,&quot;lineWidth&quot;:1.8827153569340218,&quot;lineJoin&quot;:&quot;round&quot;}],&quot;parent&quot;:{&quot;type&quot;:&quot;CHILD&quot;,&quot;parentId&quot;:&quot;a521e012-1a7d-42e5-ad22-b371d6962e86&quot;,&quot;order&quot;:&quot;6&quot;}},&quot;2364d814-3843-419d-9e37-825142e6d3ee&quot;:{&quot;type&quot;:&quot;FIGURE_OBJECT&quot;,&quot;id&quot;:&quot;2364d814-3843-419d-9e37-825142e6d3ee&quot;,&quot;relativeTransform&quot;:{&quot;translate&quot;:{&quot;x&quot;:13.57457060499272,&quot;y&quot;:-85.54599433937194},&quot;rotate&quot;:0},&quot;opacity&quot;:1,&quot;path&quot;:{&quot;type&quot;:&quot;POLY_LINE&quot;,&quot;points&quot;:[{&quot;x&quot;:-43.18008230532971,&quot;y&quot;:-19.61664616027686},{&quot;x&quot;:35.77965900204382,&quot;y&quot;:3.9788831441816446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a521e012-1a7d-42e5-ad22-b371d6962e86&quot;,&quot;order&quot;:&quot;5&quot;},&quot;connectorInfo&quot;:{&quot;type&quot;:&quot;LINE&quot;,&quot;offset&quot;:{&quot;x&quot;:0,&quot;y&quot;:0},&quot;bending&quot;:0.1,&quot;customized&quot;:false}},&quot;3ec3bd41-4212-4996-ae43-1b437eb22615&quot;:{&quot;type&quot;:&quot;FIGURE_OBJECT&quot;,&quot;id&quot;:&quot;3ec3bd41-4212-4996-ae43-1b437eb22615&quot;,&quot;relativeTransform&quot;:{&quot;translate&quot;:{&quot;x&quot;:25.335866763939702,&quot;y&quot;:-116.58128530900456},&quot;rotate&quot;:0},&quot;opacity&quot;:1,&quot;path&quot;:{&quot;type&quot;:&quot;POLY_LINE&quot;,&quot;points&quot;:[{&quot;x&quot;:-46.12127611758296,&quot;y&quot;:-19.376411741144207},{&quot;x&quot;:32.115938675163655,&quot;y&quot;:13.408086430940783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a521e012-1a7d-42e5-ad22-b371d6962e86&quot;,&quot;order&quot;:&quot;2&quot;},&quot;connectorInfo&quot;:{&quot;type&quot;:&quot;LINE&quot;,&quot;offset&quot;:{&quot;x&quot;:0,&quot;y&quot;:0},&quot;bending&quot;:0.1,&quot;customized&quot;:false}},&quot;bf3d4255-7511-4adc-8bc8-9f655798fadf&quot;:{&quot;type&quot;:&quot;FIGURE_OBJECT&quot;,&quot;id&quot;:&quot;bf3d4255-7511-4adc-8bc8-9f655798fadf&quot;,&quot;parent&quot;:{&quot;type&quot;:&quot;CHILD&quot;,&quot;parentId&quot;:&quot;a521e012-1a7d-42e5-ad22-b371d6962e86&quot;,&quot;order&quot;:&quot;1&quot;},&quot;relativeTransform&quot;:{&quot;translate&quot;:{&quot;x&quot;:288.1968161614914,&quot;y&quot;:-8.671112509815469},&quot;rotate&quot;:0}},&quot;780c6dd5-f6f3-4a79-87ed-ed4407fd2f22&quot;:{&quot;type&quot;:&quot;FIGURE_OBJECT&quot;,&quot;id&quot;:&quot;780c6dd5-f6f3-4a79-87ed-ed4407fd2f22&quot;,&quot;parent&quot;:{&quot;type&quot;:&quot;CROP&quot;,&quot;parentId&quot;:&quot;bf3d4255-7511-4adc-8bc8-9f655798fadf&quot;,&quot;order&quot;:&quot;5&quot;},&quot;relativeTransform&quot;:{&quot;translate&quot;:{&quot;x&quot;:-275.17939302640855,&quot;y&quot;:-100.57315027014734},&quot;rotate&quot;:0,&quot;skewX&quot;:0,&quot;scale&quot;:{&quot;x&quot;:57.56816160757637,&quot;y&quot;:59.21736969461302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d9bebaab-2ca3-48e3-ad11-b79ddb807a57&quot;:{&quot;id&quot;:&quot;d9bebaab-2ca3-48e3-ad11-b79ddb807a57&quot;,&quot;name&quot;:&quot;image.png&quot;,&quot;type&quot;:&quot;FIGURE_OBJECT&quot;,&quot;relativeTransform&quot;:{&quot;translate&quot;:{&quot;x&quot;:-275.17939302640855,&quot;y&quot;:-100.57315027014734},&quot;rotate&quot;:0,&quot;skewX&quot;:0,&quot;scale&quot;:{&quot;x&quot;:0.4306951349900158,&quot;y&quot;:0.44303365475229006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bf3d4255-7511-4adc-8bc8-9f655798fadf&quot;,&quot;order&quot;:&quot;5&quot;},&quot;styles&quot;:{&quot;editable&quot;:[{&quot;styleName&quot;:&quot;MONOCHROME_COLOR&quot;,&quot;index&quot;:0,&quot;color&quot;:&quot;#BBBBBC&quot;}]}},&quot;f2ec6132-9d90-420b-8da0-992d85a68fd6&quot;:{&quot;type&quot;:&quot;FIGURE_OBJECT&quot;,&quot;id&quot;:&quot;f2ec6132-9d90-420b-8da0-992d85a68fd6&quot;,&quot;parent&quot;:{&quot;type&quot;:&quot;CHILD&quot;,&quot;parentId&quot;:&quot;e33de5b0-55a3-4b18-9c2f-bb7c9f9602dc&quot;,&quot;order&quot;:&quot;5&quot;},&quot;relativeTransform&quot;:{&quot;translate&quot;:{&quot;x&quot;:102.05866308916339,&quot;y&quot;:397.4553103719603},&quot;rotate&quot;:-4.1398536930988263e-16,&quot;skewX&quot;:0,&quot;scale&quot;:{&quot;x&quot;:1,&quot;y&quot;:1}}},&quot;7db6616e-c7c1-4159-8c73-f42078612c1c&quot;:{&quot;type&quot;:&quot;FIGURE_OBJECT&quot;,&quot;id&quot;:&quot;7db6616e-c7c1-4159-8c73-f42078612c1c&quot;,&quot;path&quot;:{&quot;type&quot;:&quot;POLY_LINE&quot;,&quot;points&quot;:[{&quot;x&quot;:287.7878584528123,&quot;y&quot;:133.59518495919562},{&quot;x&quot;:290.57338721052815,&quot;y&quot;:144.77469908987132},{&quot;x&quot;:284.6204929053148,&quot;y&quot;:157.2460900352647},{&quot;x&quot;:280.12586461482334,&quot;y&quot;:161.17522113741737},{&quot;x&quot;:275.69237462029974,&quot;y&quot;:162.15297376263393},{&quot;x&quot;:271.1075904123818,&quot;y&quot;:162.15297376263393}],&quot;closed&quot;:false},&quot;pathSmoothing&quot;:{&quot;type&quot;:&quot;BISECT_SMOOTHING&quot;,&quot;smoothing&quot;:1,&quot;endPointMirroring&quot;:&quot;MIRROR_TANGENT_BOTH&quot;},&quot;pathStyles&quot;:[{&quot;type&quot;:&quot;FILL&quot;,&quot;fillStyle&quot;:&quot;transparent&quot;},{&quot;type&quot;:&quot;STROKE&quot;,&quot;strokeStyle&quot;:&quot;rgba(113, 80, 71, 1)&quot;,&quot;lineWidth&quot;:0.7656309164995759,&quot;lineJoin&quot;:&quot;round&quot;}],&quot;relativeTransform&quot;:{&quot;translate&quot;:{&quot;x&quot;:0,&quot;y&quot;:0},&quot;rotate&quot;:0},&quot;parent&quot;:{&quot;type&quot;:&quot;CHILD&quot;,&quot;parentId&quot;:&quot;f2ec6132-9d90-420b-8da0-992d85a68fd6&quot;,&quot;order&quot;:&quot;95&quot;},&quot;connectorInfo&quot;:{&quot;type&quot;:&quot;QUADRATIC&quot;,&quot;offset&quot;:{&quot;x&quot;:0,&quot;y&quot;:0},&quot;bending&quot;:-0.1,&quot;customized&quot;:true}},&quot;6760ad20-b833-4dc2-8051-561f88a82ebd&quot;:{&quot;type&quot;:&quot;FIGURE_OBJECT&quot;,&quot;id&quot;:&quot;6760ad20-b833-4dc2-8051-561f88a82ebd&quot;,&quot;relativeTransform&quot;:{&quot;translate&quot;:{&quot;x&quot;:220.69217488209944,&quot;y&quot;:108.6438841912547},&quot;rotate&quot;:0},&quot;opacity&quot;:1,&quot;path&quot;:{&quot;type&quot;:&quot;POLY_LINE&quot;,&quot;points&quot;:[{&quot;x&quot;:6.413557897485687,&quot;y&quot;:-2.7911623982897913},{&quot;x&quot;:3.0834412977935366,&quot;y&quot;:6.022144397869955},{&quot;x&quot;:-5.139068813616206,&quot;y&quot;:14.632457511166013},{&quot;x&quot;:-7.030246128173081,&quot;y&quot;:8.81626710105152},{&quot;x&quot;:-2.631203268371939,&quot;y&quot;:-0.3383227149442209},{&quot;x&quot;:1.8617818171414924,&quot;y&quot;:-5.514036526711413},{&quot;x&quot;:5.130846289117245,&quot;y&quot;:-6.681873709976885}],&quot;closed&quot;:tru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pathSmoothing&quot;:{&quot;type&quot;:&quot;CATMULL_SMOOTHING&quot;,&quot;smoothing&quot;:0.2},&quot;isLocked&quot;:false,&quot;parent&quot;:{&quot;type&quot;:&quot;CHILD&quot;,&quot;parentId&quot;:&quot;f2ec6132-9d90-420b-8da0-992d85a68fd6&quot;,&quot;order&quot;:&quot;9&quot;},&quot;connectorInfo&quot;:{&quot;type&quot;:&quot;QUADRATIC&quot;,&quot;offset&quot;:{&quot;x&quot;:0,&quot;y&quot;:0},&quot;bending&quot;:-0.1,&quot;customized&quot;:true}},&quot;f8b60686-1624-44a8-a713-5932b5e50c3d&quot;:{&quot;type&quot;:&quot;FIGURE_OBJECT&quot;,&quot;id&quot;:&quot;f8b60686-1624-44a8-a713-5932b5e50c3d&quot;,&quot;relativeTransform&quot;:{&quot;translate&quot;:{&quot;x&quot;:99.82299971870708,&quot;y&quot;:-101.64020535540537},&quot;rotate&quot;:0.5526880407429734},&quot;opacity&quot;:1,&quot;path&quot;:{&quot;type&quot;:&quot;POLY_LINE&quot;,&quot;points&quot;:[{&quot;x&quot;:216.0826372536631,&quot;y&quot;:94.55871096292988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85&quot;},&quot;connectorInfo&quot;:{&quot;type&quot;:&quot;LINE&quot;,&quot;offset&quot;:{&quot;x&quot;:0,&quot;y&quot;:0},&quot;bending&quot;:0.1,&quot;customized&quot;:false}},&quot;2ae7eb5e-ef5a-4089-9118-dc54dd1f7b46&quot;:{&quot;type&quot;:&quot;FIGURE_OBJECT&quot;,&quot;id&quot;:&quot;2ae7eb5e-ef5a-4089-9118-dc54dd1f7b46&quot;,&quot;relativeTransform&quot;:{&quot;translate&quot;:{&quot;x&quot;:103.60423671732003,&quot;y&quot;:-96.93887195785325},&quot;rotate&quot;:0.5526880407429734},&quot;opacity&quot;:1,&quot;path&quot;:{&quot;type&quot;:&quot;POLY_LINE&quot;,&quot;points&quot;:[{&quot;x&quot;:210.58454388711826,&quot;y&quot;:92.68305242911995},{&quot;x&quot;:213.67491388906726,&quot;y&quot;:95.03065634437614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8&quot;},&quot;connectorInfo&quot;:{&quot;type&quot;:&quot;LINE&quot;,&quot;offset&quot;:{&quot;x&quot;:0,&quot;y&quot;:0},&quot;bending&quot;:0.1,&quot;customized&quot;:false}},&quot;c4fe2e6c-9100-436b-b77a-e1e493d4a26f&quot;:{&quot;type&quot;:&quot;FIGURE_OBJECT&quot;,&quot;id&quot;:&quot;c4fe2e6c-9100-436b-b77a-e1e493d4a26f&quot;,&quot;relativeTransform&quot;:{&quot;translate&quot;:{&quot;x&quot;:96.68048832080444,&quot;y&quot;:-101.25248720035898},&quot;rotate&quot;:0.5526880407429734},&quot;opacity&quot;:1,&quot;path&quot;:{&quot;type&quot;:&quot;POLY_LINE&quot;,&quot;points&quot;:[{&quot;x&quot;:216.07541882749607,&quot;y&quot;:93.45062524150985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77&quot;},&quot;connectorInfo&quot;:{&quot;type&quot;:&quot;LINE&quot;,&quot;offset&quot;:{&quot;x&quot;:0,&quot;y&quot;:0},&quot;bending&quot;:0.1,&quot;customized&quot;:false}},&quot;98784401-9620-453c-acef-120ec8a65dfb&quot;:{&quot;type&quot;:&quot;FIGURE_OBJECT&quot;,&quot;id&quot;:&quot;98784401-9620-453c-acef-120ec8a65dfb&quot;,&quot;relativeTransform&quot;:{&quot;translate&quot;:{&quot;x&quot;:92.75052310585484,&quot;y&quot;:-98.79964719986347},&quot;rotate&quot;:0.5526880407429734},&quot;opacity&quot;:1,&quot;path&quot;:{&quot;type&quot;:&quot;POLY_LINE&quot;,&quot;points&quot;:[{&quot;x&quot;:215.52181453961379,&quot;y&quot;:90.83020953443206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75&quot;},&quot;connectorInfo&quot;:{&quot;type&quot;:&quot;LINE&quot;,&quot;offset&quot;:{&quot;x&quot;:0,&quot;y&quot;:0},&quot;bending&quot;:0.1,&quot;customized&quot;:false}},&quot;8ac394e0-53a3-4755-85ad-93548c8c29cf&quot;:{&quot;type&quot;:&quot;FIGURE_OBJECT&quot;,&quot;id&quot;:&quot;8ac394e0-53a3-4755-85ad-93548c8c29cf&quot;,&quot;relativeTransform&quot;:{&quot;translate&quot;:{&quot;x&quot;:102.55603116341571,&quot;y&quot;:-90.84906325568186},&quot;rotate&quot;:0.5526880407429734},&quot;opacity&quot;:1,&quot;path&quot;:{&quot;type&quot;:&quot;POLY_LINE&quot;,&quot;points&quot;:[{&quot;x&quot;:211.54388323147717,&quot;y&quot;:89.7062948415888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72&quot;},&quot;connectorInfo&quot;:{&quot;type&quot;:&quot;LINE&quot;,&quot;offset&quot;:{&quot;x&quot;:0,&quot;y&quot;:0},&quot;bending&quot;:0.1,&quot;customized&quot;:false}},&quot;26d79cd7-c1a3-4a02-88e1-02e443f6d487&quot;:{&quot;type&quot;:&quot;FIGURE_OBJECT&quot;,&quot;id&quot;:&quot;26d79cd7-c1a3-4a02-88e1-02e443f6d487&quot;,&quot;relativeTransform&quot;:{&quot;translate&quot;:{&quot;x&quot;:89.05039304093746,&quot;y&quot;:-94.90893647297891},&quot;rotate&quot;:0.5526880407429734},&quot;opacity&quot;:1,&quot;path&quot;:{&quot;type&quot;:&quot;POLY_LINE&quot;,&quot;points&quot;:[{&quot;x&quot;:214.81136802972821,&quot;y&quot;:89.67840140091505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7&quot;},&quot;connectorInfo&quot;:{&quot;type&quot;:&quot;LINE&quot;,&quot;offset&quot;:{&quot;x&quot;:0,&quot;y&quot;:0},&quot;bending&quot;:0.1,&quot;customized&quot;:false}},&quot;80dd16c5-542d-433f-bc60-a6ff5da28255&quot;:{&quot;type&quot;:&quot;FIGURE_OBJECT&quot;,&quot;id&quot;:&quot;80dd16c5-542d-433f-bc60-a6ff5da28255&quot;,&quot;relativeTransform&quot;:{&quot;translate&quot;:{&quot;x&quot;:85.02136364636144,&quot;y&quot;:-89.91867593257774},&quot;rotate&quot;:0.5526880407429734},&quot;opacity&quot;:1,&quot;path&quot;:{&quot;type&quot;:&quot;POLY_LINE&quot;,&quot;points&quot;:[{&quot;x&quot;:214.41849942148423,&quot;y&quot;:88.72821273562614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67&quot;},&quot;connectorInfo&quot;:{&quot;type&quot;:&quot;LINE&quot;,&quot;offset&quot;:{&quot;x&quot;:0,&quot;y&quot;:0},&quot;bending&quot;:0.1,&quot;customized&quot;:false}},&quot;c51c643b-5b76-4e37-b337-a8a3aa418697&quot;:{&quot;type&quot;:&quot;FIGURE_OBJECT&quot;,&quot;id&quot;:&quot;c51c643b-5b76-4e37-b337-a8a3aa418697&quot;,&quot;relativeTransform&quot;:{&quot;translate&quot;:{&quot;x&quot;:91.55416023101837,&quot;y&quot;:-68.38214133307775},&quot;rotate&quot;:0.5526880407429734},&quot;opacity&quot;:1,&quot;path&quot;:{&quot;type&quot;:&quot;POLY_LINE&quot;,&quot;points&quot;:[{&quot;x&quot;:213.94503253712105,&quot;y&quot;:86.23771939363994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65&quot;},&quot;connectorInfo&quot;:{&quot;type&quot;:&quot;LINE&quot;,&quot;offset&quot;:{&quot;x&quot;:0,&quot;y&quot;:0},&quot;bending&quot;:0.1,&quot;customized&quot;:false}},&quot;fdb32d65-f247-41b3-a0c1-056022be0d58&quot;:{&quot;type&quot;:&quot;FIGURE_OBJECT&quot;,&quot;id&quot;:&quot;fdb32d65-f247-41b3-a0c1-056022be0d58&quot;,&quot;relativeTransform&quot;:{&quot;translate&quot;:{&quot;x&quot;:78.53772137404748,&quot;y&quot;:-57.94752885548771},&quot;rotate&quot;:0.5526880407429734},&quot;opacity&quot;:1,&quot;path&quot;:{&quot;type&quot;:&quot;POLY_LINE&quot;,&quot;points&quot;:[{&quot;x&quot;:216.13669768219683,&quot;y&quot;:92.14033824144502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62&quot;},&quot;connectorInfo&quot;:{&quot;type&quot;:&quot;LINE&quot;,&quot;offset&quot;:{&quot;x&quot;:0,&quot;y&quot;:0},&quot;bending&quot;:0.1,&quot;customized&quot;:false}},&quot;155322c7-caea-42f4-8320-606a6bfae4f4&quot;:{&quot;type&quot;:&quot;FIGURE_OBJECT&quot;,&quot;id&quot;:&quot;155322c7-caea-42f4-8320-606a6bfae4f4&quot;,&quot;relativeTransform&quot;:{&quot;translate&quot;:{&quot;x&quot;:71.27583446124171,&quot;y&quot;:-61.34330842468421},&quot;rotate&quot;:0.5526880407429734},&quot;opacity&quot;:1,&quot;path&quot;:{&quot;type&quot;:&quot;POLY_LINE&quot;,&quot;points&quot;:[{&quot;x&quot;:213.73894071133316,&quot;y&quot;:88.25298579082516},{&quot;x&quot;:216.17544263549547,&quot;y&quot;:92.20315314265663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6&quot;},&quot;connectorInfo&quot;:{&quot;type&quot;:&quot;LINE&quot;,&quot;offset&quot;:{&quot;x&quot;:0,&quot;y&quot;:0},&quot;bending&quot;:0.1,&quot;customized&quot;:false}},&quot;31212716-b906-4b8c-a8f9-26780c358c32&quot;:{&quot;type&quot;:&quot;FIGURE_OBJECT&quot;,&quot;id&quot;:&quot;31212716-b906-4b8c-a8f9-26780c358c32&quot;,&quot;relativeTransform&quot;:{&quot;translate&quot;:{&quot;x&quot;:96.35867233030555,&quot;y&quot;:-75.82524051554594},&quot;rotate&quot;:0.5526880407429734},&quot;opacity&quot;:1,&quot;path&quot;:{&quot;type&quot;:&quot;POLY_LINE&quot;,&quot;points&quot;:[{&quot;x&quot;:212.90880058797757,&quot;y&quot;:86.28062045190251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57&quot;},&quot;connectorInfo&quot;:{&quot;type&quot;:&quot;LINE&quot;,&quot;offset&quot;:{&quot;x&quot;:0,&quot;y&quot;:0},&quot;bending&quot;:0.1,&quot;customized&quot;:false}},&quot;a372dc2f-ab0d-4ded-bfe3-a924660a29b7&quot;:{&quot;type&quot;:&quot;FIGURE_OBJECT&quot;,&quot;id&quot;:&quot;a372dc2f-ab0d-4ded-bfe3-a924660a29b7&quot;,&quot;relativeTransform&quot;:{&quot;translate&quot;:{&quot;x&quot;:83.14292693444631,&quot;y&quot;:-59.16284715102497},&quot;rotate&quot;:0.5526880407429734},&quot;opacity&quot;:1,&quot;path&quot;:{&quot;type&quot;:&quot;POLY_LINE&quot;,&quot;points&quot;:[{&quot;x&quot;:215.21099419153887,&quot;y&quot;:90.32629347601836},{&quot;x&quot;:213.00066275518213,&quot;y&quot;:95.34716489335979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55&quot;},&quot;connectorInfo&quot;:{&quot;type&quot;:&quot;LINE&quot;,&quot;offset&quot;:{&quot;x&quot;:0,&quot;y&quot;:0},&quot;bending&quot;:0.1,&quot;customized&quot;:false}},&quot;43722453-4422-47c8-be8c-b698e93e8a9a&quot;:{&quot;type&quot;:&quot;FIGURE_OBJECT&quot;,&quot;id&quot;:&quot;43722453-4422-47c8-be8c-b698e93e8a9a&quot;,&quot;relativeTransform&quot;:{&quot;translate&quot;:{&quot;x&quot;:71.52111612268335,&quot;y&quot;:-56.92791018479574},&quot;rotate&quot;:0.5526880407429734},&quot;opacity&quot;:1,&quot;path&quot;:{&quot;type&quot;:&quot;POLY_LINE&quot;,&quot;points&quot;:[{&quot;x&quot;:213.73894071133316,&quot;y&quot;:88.25298579082516},{&quot;x&quot;:216.54744290767584,&quot;y&quot;:90.34325706002461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52&quot;},&quot;connectorInfo&quot;:{&quot;type&quot;:&quot;LINE&quot;,&quot;offset&quot;:{&quot;x&quot;:0,&quot;y&quot;:0},&quot;bending&quot;:0.1,&quot;customized&quot;:false}},&quot;7634e453-3637-4792-b711-68923eff0ae6&quot;:{&quot;type&quot;:&quot;FIGURE_OBJECT&quot;,&quot;id&quot;:&quot;7634e453-3637-4792-b711-68923eff0ae6&quot;,&quot;relativeTransform&quot;:{&quot;translate&quot;:{&quot;x&quot;:100.1341828260846,&quot;y&quot;:-84.08234727664824},&quot;rotate&quot;:0.5526880407429734},&quot;opacity&quot;:1,&quot;path&quot;:{&quot;type&quot;:&quot;POLY_LINE&quot;,&quot;points&quot;:[{&quot;x&quot;:212.2775023701619,&quot;y&quot;:87.76314906490487},{&quot;x&quot;:213.88486330707138,&quot;y&quot;:94.90115751079755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5&quot;},&quot;connectorInfo&quot;:{&quot;type&quot;:&quot;LINE&quot;,&quot;offset&quot;:{&quot;x&quot;:0,&quot;y&quot;:0},&quot;bending&quot;:0.1,&quot;customized&quot;:false}},&quot;0202a472-da0c-4623-8e30-34225e020d84&quot;:{&quot;type&quot;:&quot;FIGURE_OBJECT&quot;,&quot;id&quot;:&quot;0202a472-da0c-4623-8e30-34225e020d84&quot;,&quot;relativeTransform&quot;:{&quot;translate&quot;:{&quot;x&quot;:87.11321241144037,&quot;y&quot;:-62.42942335518117},&quot;rotate&quot;:0.5526880407429734},&quot;opacity&quot;:1,&quot;path&quot;:{&quot;type&quot;:&quot;POLY_LINE&quot;,&quot;points&quot;:[{&quot;x&quot;:214.20999999427843,&quot;y&quot;:87.76367951353087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45&quot;},&quot;connectorInfo&quot;:{&quot;type&quot;:&quot;LINE&quot;,&quot;offset&quot;:{&quot;x&quot;:0,&quot;y&quot;:0},&quot;bending&quot;:0.1,&quot;customized&quot;:false}},&quot;ce0c05b2-5d15-44f0-bd3f-63f15e931d2e&quot;:{&quot;type&quot;:&quot;FIGURE_OBJECT&quot;,&quot;id&quot;:&quot;ce0c05b2-5d15-44f0-bd3f-63f15e931d2e&quot;,&quot;relativeTransform&quot;:{&quot;translate&quot;:{&quot;x&quot;:72.89834185058206,&quot;y&quot;:-54.05907377871338},&quot;rotate&quot;:0.5526880407429734},&quot;opacity&quot;:1,&quot;path&quot;:{&quot;type&quot;:&quot;POLY_LINE&quot;,&quot;points&quot;:[{&quot;x&quot;:213.73894071133316,&quot;y&quot;:88.25298579082516},{&quot;x&quot;:215.82901325737458,&quot;y&quot;:88.71128261011458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4&quot;},&quot;connectorInfo&quot;:{&quot;type&quot;:&quot;LINE&quot;,&quot;offset&quot;:{&quot;x&quot;:0,&quot;y&quot;:0},&quot;bending&quot;:0.1,&quot;customized&quot;:false}},&quot;d7591130-4c55-40f3-ab99-3b8ee33442e3&quot;:{&quot;type&quot;:&quot;FIGURE_OBJECT&quot;,&quot;id&quot;:&quot;d7591130-4c55-40f3-ab99-3b8ee33442e3&quot;,&quot;relativeTransform&quot;:{&quot;translate&quot;:{&quot;x&quot;:72.743507801797,&quot;y&quot;:-66.67449732125175},&quot;rotate&quot;:0.5526880407429734},&quot;opacity&quot;:1,&quot;path&quot;:{&quot;type&quot;:&quot;POLY_LINE&quot;,&quot;points&quot;:[{&quot;x&quot;:213.73894071133316,&quot;y&quot;:88.25298579082516},{&quot;x&quot;:215.4150777410398,&quot;y&quot;:93.41326395743636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35&quot;},&quot;connectorInfo&quot;:{&quot;type&quot;:&quot;LINE&quot;,&quot;offset&quot;:{&quot;x&quot;:0,&quot;y&quot;:0},&quot;bending&quot;:0.1,&quot;customized&quot;:false}},&quot;96d95aab-1d1c-47aa-8b49-5d63d2c7a513&quot;:{&quot;type&quot;:&quot;FIGURE_OBJECT&quot;,&quot;id&quot;:&quot;96d95aab-1d1c-47aa-8b49-5d63d2c7a513&quot;,&quot;relativeTransform&quot;:{&quot;translate&quot;:{&quot;x&quot;:74.95104275477162,&quot;y&quot;:-72.60374638624475},&quot;rotate&quot;:0.5526880407429734},&quot;opacity&quot;:1,&quot;path&quot;:{&quot;type&quot;:&quot;POLY_LINE&quot;,&quot;points&quot;:[{&quot;x&quot;:213.73894071133316,&quot;y&quot;:88.25298579082516},{&quot;x&quot;:215.0537002278033,&quot;y&quot;:94.22905338798735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3&quot;},&quot;connectorInfo&quot;:{&quot;type&quot;:&quot;LINE&quot;,&quot;offset&quot;:{&quot;x&quot;:0,&quot;y&quot;:0},&quot;bending&quot;:0.1,&quot;customized&quot;:false}},&quot;321b5023-48de-44a6-8072-9dc42eac2b2a&quot;:{&quot;type&quot;:&quot;FIGURE_OBJECT&quot;,&quot;id&quot;:&quot;321b5023-48de-44a6-8072-9dc42eac2b2a&quot;,&quot;relativeTransform&quot;:{&quot;translate&quot;:{&quot;x&quot;:77.77178186135029,&quot;y&quot;:-78.4068412158124},&quot;rotate&quot;:0.5526880407429734},&quot;opacity&quot;:1,&quot;path&quot;:{&quot;type&quot;:&quot;POLY_LINE&quot;,&quot;points&quot;:[{&quot;x&quot;:213.73894071133316,&quot;y&quot;:88.25298579082516},{&quot;x&quot;:214.36118239033777,&quot;y&quot;:94.50798309233058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27&quot;},&quot;connectorInfo&quot;:{&quot;type&quot;:&quot;LINE&quot;,&quot;offset&quot;:{&quot;x&quot;:0,&quot;y&quot;:0},&quot;bending&quot;:0.1,&quot;customized&quot;:false}},&quot;f56864db-e550-403f-b3ad-8d20ecfa69d7&quot;:{&quot;type&quot;:&quot;FIGURE_OBJECT&quot;,&quot;id&quot;:&quot;f56864db-e550-403f-b3ad-8d20ecfa69d7&quot;,&quot;relativeTransform&quot;:{&quot;translate&quot;:{&quot;x&quot;:81.69628844441623,&quot;y&quot;:-84.33609028080545},&quot;rotate&quot;:0.5526880407429734},&quot;opacity&quot;:1,&quot;path&quot;:{&quot;type&quot;:&quot;POLY_LINE&quot;,&quot;points&quot;:[{&quot;x&quot;:213.73894071133316,&quot;y&quot;:88.25298579082516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25&quot;},&quot;connectorInfo&quot;:{&quot;type&quot;:&quot;LINE&quot;,&quot;offset&quot;:{&quot;x&quot;:0,&quot;y&quot;:0},&quot;bending&quot;:0.1,&quot;customized&quot;:false}},&quot;1f39e9d5-789f-4460-b1a0-9b25f012149d&quot;:{&quot;type&quot;:&quot;FIGURE_OBJECT&quot;,&quot;id&quot;:&quot;1f39e9d5-789f-4460-b1a0-9b25f012149d&quot;,&quot;relativeTransform&quot;:{&quot;translate&quot;:{&quot;x&quot;:0,&quot;y&quot;:0},&quot;rotate&quot;:0},&quot;opacity&quot;:1,&quot;path&quot;:{&quot;type&quot;:&quot;POLY_LINE&quot;,&quot;points&quot;:[{&quot;x&quot;:210.3765645819553,&quot;y&quot;:135.24446287729998},{&quot;x&quot;:271.5267992039815,&quot;y&quot;:162.57836919323586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22&quot;},&quot;connectorInfo&quot;:{&quot;type&quot;:&quot;LINE&quot;,&quot;offset&quot;:{&quot;x&quot;:0,&quot;y&quot;:0},&quot;bending&quot;:0.1,&quot;customized&quot;:false}},&quot;07c2a217-5ebb-4bbe-bf35-589a1719aabc&quot;:{&quot;type&quot;:&quot;FIGURE_OBJECT&quot;,&quot;id&quot;:&quot;07c2a217-5ebb-4bbe-bf35-589a1719aabc&quot;,&quot;relativeTransform&quot;:{&quot;translate&quot;:{&quot;x&quot;:243.37436840715384,&quot;y&quot;:151.66589126723449},&quot;rotate&quot;:0},&quot;opacity&quot;:1,&quot;path&quot;:{&quot;type&quot;:&quot;POLY_LINE&quot;,&quot;points&quot;:[{&quot;x&quot;:-29.370014062987035,&quot;y&quot;:-17.844162521091214},{&quot;x&quot;:32.48543495510953,&quot;y&quot;:10.855159042739247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2&quot;},&quot;connectorInfo&quot;:{&quot;type&quot;:&quot;LINE&quot;,&quot;offset&quot;:{&quot;x&quot;:0,&quot;y&quot;:0},&quot;bending&quot;:0.1,&quot;customized&quot;:false}},&quot;e1f91f79-6881-40ef-b8f0-7c74a2679b50&quot;:{&quot;type&quot;:&quot;FIGURE_OBJECT&quot;,&quot;id&quot;:&quot;e1f91f79-6881-40ef-b8f0-7c74a2679b50&quot;,&quot;relativeTransform&quot;:{&quot;translate&quot;:{&quot;x&quot;:263.8105382787669,&quot;y&quot;:110.66793984575106},&quot;rotate&quot;:0},&quot;opacity&quot;:1,&quot;path&quot;:{&quot;type&quot;:&quot;POLY_LINE&quot;,&quot;points&quot;:[{&quot;x&quot;:-29.370014062987035,&quot;y&quot;:-17.844162521091214},{&quot;x&quot;:23.77793611467975,&quot;y&quot;:22.587502747658675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17&quot;},&quot;connectorInfo&quot;:{&quot;type&quot;:&quot;LINE&quot;,&quot;offset&quot;:{&quot;x&quot;:0,&quot;y&quot;:0},&quot;bending&quot;:0.1,&quot;customized&quot;:false}},&quot;456ea5d3-7ef6-439e-937e-ff4144ea956a&quot;:{&quot;type&quot;:&quot;FIGURE_OBJECT&quot;,&quot;id&quot;:&quot;456ea5d3-7ef6-439e-937e-ff4144ea956a&quot;,&quot;relativeTransform&quot;:{&quot;translate&quot;:{&quot;x&quot;:264.9681440240984,&quot;y&quot;:114.54297871934688},&quot;rotate&quot;:0},&quot;opacity&quot;:1,&quot;path&quot;:{&quot;type&quot;:&quot;POLY_LINE&quot;,&quot;points&quot;:[{&quot;x&quot;:-29.370014062987035,&quot;y&quot;:-17.844162521091214},{&quot;x&quot;:24.881703573325783,&quot;y&quot;:22.83981121443113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15&quot;},&quot;connectorInfo&quot;:{&quot;type&quot;:&quot;LINE&quot;,&quot;offset&quot;:{&quot;x&quot;:0,&quot;y&quot;:0},&quot;bending&quot;:0.1,&quot;customized&quot;:false}},&quot;20d19fc6-f723-4cde-ad5d-107cac6ac938&quot;:{&quot;type&quot;:&quot;FIGURE_OBJECT&quot;,&quot;id&quot;:&quot;20d19fc6-f723-4cde-ad5d-107cac6ac938&quot;,&quot;relativeTransform&quot;:{&quot;translate&quot;:{&quot;x&quot;:248.32214662514258,&quot;y&quot;:149.01237223354502},&quot;rotate&quot;:0},&quot;opacity&quot;:1,&quot;path&quot;:{&quot;type&quot;:&quot;POLY_LINE&quot;,&quot;points&quot;:[{&quot;x&quot;:-29.370014062987035,&quot;y&quot;:-17.844162521091214},{&quot;x&quot;:32.11751246889418,&quot;y&quot;:12.116701376601547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12&quot;},&quot;connectorInfo&quot;:{&quot;type&quot;:&quot;LINE&quot;,&quot;offset&quot;:{&quot;x&quot;:0,&quot;y&quot;:0},&quot;bending&quot;:0.1,&quot;customized&quot;:false}},&quot;cbb215e9-6dc5-49ef-80c5-ca6de7c8cd57&quot;:{&quot;type&quot;:&quot;FIGURE_OBJECT&quot;,&quot;id&quot;:&quot;cbb215e9-6dc5-49ef-80c5-ca6de7c8cd57&quot;,&quot;relativeTransform&quot;:{&quot;translate&quot;:{&quot;x&quot;:253.46463454137762,&quot;y&quot;:142.45350216210343},&quot;rotate&quot;:0},&quot;opacity&quot;:1,&quot;path&quot;:{&quot;type&quot;:&quot;POLY_LINE&quot;,&quot;points&quot;:[{&quot;x&quot;:-29.370014062987035,&quot;y&quot;:-17.844162521091214},{&quot;x&quot;:31.259026667725077,&quot;y&quot;:15.14440297787107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1&quot;},&quot;connectorInfo&quot;:{&quot;type&quot;:&quot;LINE&quot;,&quot;offset&quot;:{&quot;x&quot;:0,&quot;y&quot;:0},&quot;bending&quot;:0.1,&quot;customized&quot;:false}},&quot;ae62d33e-e9d5-4ae6-9807-7c971afb0b75&quot;:{&quot;type&quot;:&quot;FIGURE_OBJECT&quot;,&quot;id&quot;:&quot;ae62d33e-e9d5-4ae6-9807-7c971afb0b75&quot;,&quot;relativeTransform&quot;:{&quot;translate&quot;:{&quot;x&quot;:263.76474617793053,&quot;y&quot;:119.97849535485331},&quot;rotate&quot;:0},&quot;opacity&quot;:1,&quot;path&quot;:{&quot;type&quot;:&quot;POLY_LINE&quot;,&quot;points&quot;:[{&quot;x&quot;:-29.370014062987035,&quot;y&quot;:-17.844162521091214},{&quot;x&quot;:26.843956833140957,&quot;y&quot;:22.20904004749997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07&quot;},&quot;connectorInfo&quot;:{&quot;type&quot;:&quot;LINE&quot;,&quot;offset&quot;:{&quot;x&quot;:0,&quot;y&quot;:0},&quot;bending&quot;:0.1,&quot;customized&quot;:false}},&quot;2da73d4a-35bb-41fb-9d09-e76dfda4a868&quot;:{&quot;type&quot;:&quot;FIGURE_OBJECT&quot;,&quot;id&quot;:&quot;2da73d4a-35bb-41fb-9d09-e76dfda4a868&quot;,&quot;relativeTransform&quot;:{&quot;translate&quot;:{&quot;x&quot;:261.34271930436614,&quot;y&quot;:126.98420784686043},&quot;rotate&quot;:0},&quot;opacity&quot;:1,&quot;path&quot;:{&quot;type&quot;:&quot;POLY_LINE&quot;,&quot;points&quot;:[{&quot;x&quot;:-29.370014062987035,&quot;y&quot;:-17.844162521091214},{&quot;x&quot;:29.051491750433016,&quot;y&quot;:20.569035013478988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05&quot;},&quot;connectorInfo&quot;:{&quot;type&quot;:&quot;LINE&quot;,&quot;offset&quot;:{&quot;x&quot;:0,&quot;y&quot;:0},&quot;bending&quot;:0.1,&quot;customized&quot;:false}},&quot;d330cd79-83ea-4d0a-ab41-27785b1430d8&quot;:{&quot;type&quot;:&quot;FIGURE_OBJECT&quot;,&quot;id&quot;:&quot;d330cd79-83ea-4d0a-ab41-27785b1430d8&quot;,&quot;relativeTransform&quot;:{&quot;translate&quot;:{&quot;x&quot;:258.0610884774153,&quot;y&quot;:135.33295537269422},&quot;rotate&quot;:0},&quot;opacity&quot;:1,&quot;path&quot;:{&quot;type&quot;:&quot;POLY_LINE&quot;,&quot;points&quot;:[{&quot;x&quot;:-29.370014062987035,&quot;y&quot;:-17.844162521091214},{&quot;x&quot;:30.400540866555946,&quot;y&quot;:17.667487645595692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02&quot;},&quot;connectorInfo&quot;:{&quot;type&quot;:&quot;LINE&quot;,&quot;offset&quot;:{&quot;x&quot;:0,&quot;y&quot;:0},&quot;bending&quot;:0.1,&quot;customized&quot;:false}},&quot;0bac5129-0c43-4a12-bf13-edafb1ce598d&quot;:{&quot;type&quot;:&quot;FIGURE_OBJECT&quot;,&quot;id&quot;:&quot;0bac5129-0c43-4a12-bf13-edafb1ce598d&quot;,&quot;parent&quot;:{&quot;type&quot;:&quot;CHILD&quot;,&quot;parentId&quot;:&quot;f2ec6132-9d90-420b-8da0-992d85a68fd6&quot;,&quot;order&quot;:&quot;01&quot;},&quot;relativeTransform&quot;:{&quot;translate&quot;:{&quot;x&quot;:117.8837902289781,&quot;y&quot;:80.18455790776865},&quot;rotate&quot;:0},&quot;opacity&quot;:0.75},&quot;56f80238-3400-4d98-aad7-003e237ff89b&quot;:{&quot;type&quot;:&quot;FIGURE_OBJECT&quot;,&quot;id&quot;:&quot;56f80238-3400-4d98-aad7-003e237ff89b&quot;,&quot;parent&quot;:{&quot;type&quot;:&quot;CROP&quot;,&quot;parentId&quot;:&quot;0bac5129-0c43-4a12-bf13-edafb1ce598d&quot;,&quot;order&quot;:&quot;5&quot;},&quot;relativeTransform&quot;:{&quot;translate&quot;:{&quot;x&quot;:131.18377910395762,&quot;y&quot;:49.18969369932644},&quot;rotate&quot;:0,&quot;skewX&quot;:-2.338934261547569e-17,&quot;scale&quot;:{&quot;x&quot;:42.5877539402918,&quot;y&quot;:43.80780450723249}},&quot;path&quot;:{&quot;type&quot;:&quot;POLY_LINE&quot;,&quot;points&quot;:[{&quot;x&quot;:-1.0565364853003594,&quot;y&quot;:0.08390868273917462},{&quot;x&quot;:-0.8939327349245891,&quot;y&quot;:-0.4680036686106246},{&quot;x&quot;:-0.8204631058739089,&quot;y&quot;:-0.5874504683460987},{&quot;x&quot;:-0.4424353850778706,&quot;y&quot;:-0.9286832441532606},{&quot;x&quot;:0.0363139012805922,&quot;y&quot;:-0.5613469223831936},{&quot;x&quot;:0.6273061552336134,&quot;y&quot;:-0.11327109721632711},{&quot;x&quot;:0.8072580508627851,&quot;y&quot;:0.008427639030891276},{&quot;x&quot;:0.9806074189863945,&quot;y&quot;:0.14333143028923478},{&quot;x&quot;:1.0098377490531418,&quot;y&quot;:0.3328428449468379},{&quot;x&quot;:0.9664402765587039,&quot;y&quot;:0.5553668971322521},{&quot;x&quot;:0.7662327758071643,&quot;y&quot;:0.7630352624301517},{&quot;x&quot;:0.6155442313473389,&quot;y&quot;:0.8155442313473389},{&quot;x&quot;:0.13384264053397343,&quot;y&quot;:0.5976608236637857}],&quot;closed&quot;:true,&quot;cornerRounding&quot;:{&quot;type&quot;:&quot;ARC_LENGTH&quot;,&quot;global&quot;:0.2}},&quot;pathStyles&quot;:[{&quot;type&quot;:&quot;FILL&quot;,&quot;fillStyle&quot;:&quot;#fff&quot;}],&quot;isFrozen&quot;:true,&quot;connectorInfo&quot;:{&quot;type&quot;:&quot;ELBOW&quot;,&quot;offset&quot;:{&quot;x&quot;:0,&quot;y&quot;:0},&quot;customized&quot;:true}},&quot;f88a587c-7b84-44ab-92c7-b938357597c0&quot;:{&quot;id&quot;:&quot;f88a587c-7b84-44ab-92c7-b938357597c0&quot;,&quot;name&quot;:&quot;image.png&quot;,&quot;type&quot;:&quot;FIGURE_OBJECT&quot;,&quot;relativeTransform&quot;:{&quot;translate&quot;:{&quot;x&quot;:131.74615276474242,&quot;y&quot;:49.91279931984766},&quot;rotate&quot;:0,&quot;skewX&quot;:-2.3389342615475703e-17,&quot;scale&quot;:{&quot;x&quot;:0.33742419647090277,&quot;y&quot;:0.3470906978501726}},&quot;image&quot;:{&quot;url&quot;:&quot;https://core.services.biorender.com/api/uploads/noredirect/68a517c6a53bade69c27e56b/1755649990260_34c200e9-1b84-4944-aec2-d64d8b4e3e9f_icon.png&quot;,&quot;isPremium&quot;:false,&quot;isSignedURL&quot;:true,&quot;size&quot;:{&quot;x&quot;:300,&quot;y&quot;:252.42857142857142}},&quot;source&quot;:{&quot;id&quot;:&quot;68a517c6a53bade69c27e56b&quot;,&quot;type&quot;:&quot;UPLOADS&quot;},&quot;isPremium&quot;:false,&quot;parent&quot;:{&quot;type&quot;:&quot;CHILD&quot;,&quot;parentId&quot;:&quot;0bac5129-0c43-4a12-bf13-edafb1ce598d&quot;,&quot;order&quot;:&quot;5&quot;},&quot;styles&quot;:{&quot;editable&quot;:[{&quot;styleName&quot;:&quot;MONOCHROME_COLOR&quot;,&quot;index&quot;:0,&quot;color&quot;:&quot;#BBBBBC&quot;}]}},&quot;86c4c9f9-9c46-441c-a0b4-b7e8c454a514&quot;:{&quot;type&quot;:&quot;FIGURE_OBJECT&quot;,&quot;id&quot;:&quot;86c4c9f9-9c46-441c-a0b4-b7e8c454a514&quot;,&quot;parent&quot;:{&quot;type&quot;:&quot;CHILD&quot;,&quot;parentId&quot;:&quot;e33de5b0-55a3-4b18-9c2f-bb7c9f9602dc&quot;,&quot;order&quot;:&quot;3&quot;},&quot;relativeTransform&quot;:{&quot;translate&quot;:{&quot;x&quot;:213.01703448709026,&quot;y&quot;:566.4141342286478},&quot;rotate&quot;:-0.19165938586083345,&quot;skewX&quot;:0,&quot;scale&quot;:{&quot;x&quot;:1,&quot;y&quot;:1}},&quot;opacity&quot;:0.75},&quot;b15b1e17-951b-4379-8fec-2cade8748ce6&quot;:{&quot;type&quot;:&quot;FIGURE_OBJECT&quot;,&quot;id&quot;:&quot;b15b1e17-951b-4379-8fec-2cade8748ce6&quot;,&quot;parent&quot;:{&quot;type&quot;:&quot;CROP&quot;,&quot;parentId&quot;:&quot;86c4c9f9-9c46-441c-a0b4-b7e8c454a514&quot;,&quot;order&quot;:&quot;5&quot;},&quot;relativeTransform&quot;:{&quot;translate&quot;:{&quot;x&quot;:130.808578102406,&quot;y&quot;:49.14050453315553},&quot;rotate&quot;:0,&quot;skewX&quot;:-0.010564744296486255,&quot;scale&quot;:{&quot;x&quot;:42.630127496685894,&quot;y&quot;:43.76399717253629}},&quot;path&quot;:{&quot;type&quot;:&quot;POLY_LINE&quot;,&quot;points&quot;:[{&quot;x&quot;:-1.0565364853003594,&quot;y&quot;:0.08390868273917462},{&quot;x&quot;:-0.8939327349245891,&quot;y&quot;:-0.4680036686106246},{&quot;x&quot;:-0.8204631058739089,&quot;y&quot;:-0.5874504683460987},{&quot;x&quot;:-0.4424353850778706,&quot;y&quot;:-0.9286832441532606},{&quot;x&quot;:0.0363139012805922,&quot;y&quot;:-0.5613469223831936},{&quot;x&quot;:0.6273061552336134,&quot;y&quot;:-0.11327109721632711},{&quot;x&quot;:0.8072580508627851,&quot;y&quot;:0.008427639030891276},{&quot;x&quot;:0.9806074189863945,&quot;y&quot;:0.14333143028923478},{&quot;x&quot;:1.0098377490531418,&quot;y&quot;:0.3328428449468379},{&quot;x&quot;:0.9664402765587039,&quot;y&quot;:0.5553668971322521},{&quot;x&quot;:0.7662327758071643,&quot;y&quot;:0.7630352624301517},{&quot;x&quot;:0.6155442313473389,&quot;y&quot;:0.8155442313473389},{&quot;x&quot;:0.13384264053397343,&quot;y&quot;:0.5976608236637857}],&quot;closed&quot;:true,&quot;cornerRounding&quot;:{&quot;type&quot;:&quot;ARC_LENGTH&quot;,&quot;global&quot;:0.2}},&quot;pathStyles&quot;:[{&quot;type&quot;:&quot;FILL&quot;,&quot;fillStyle&quot;:&quot;#fff&quot;}],&quot;isFrozen&quot;:true,&quot;connectorInfo&quot;:{&quot;type&quot;:&quot;ELBOW&quot;,&quot;offset&quot;:{&quot;x&quot;:0,&quot;y&quot;:0},&quot;customized&quot;:true}},&quot;69573d34-63e4-4366-ac25-02a47c574fa7&quot;:{&quot;id&quot;:&quot;69573d34-63e4-4366-ac25-02a47c574fa7&quot;,&quot;name&quot;:&quot;image.png&quot;,&quot;type&quot;:&quot;FIGURE_OBJECT&quot;,&quot;relativeTransform&quot;:{&quot;translate&quot;:{&quot;x&quot;:131.3640769750465,&quot;y&quot;:49.862887055811065},&quot;rotate&quot;:0,&quot;skewX&quot;:-0.01056474429648626,&quot;scale&quot;:{&quot;x&quot;:0.33775992357306317,&quot;y&quot;:0.34674361087465116}},&quot;image&quot;:{&quot;url&quot;:&quot;https://core.services.biorender.com/api/uploads/noredirect/68a517c6a53bade69c27e56b/1755649990260_34c200e9-1b84-4944-aec2-d64d8b4e3e9f_icon.png&quot;,&quot;isPremium&quot;:false,&quot;isSignedURL&quot;:true,&quot;size&quot;:{&quot;x&quot;:300,&quot;y&quot;:252.42857142857142}},&quot;source&quot;:{&quot;id&quot;:&quot;68a517c6a53bade69c27e56b&quot;,&quot;type&quot;:&quot;UPLOADS&quot;},&quot;isPremium&quot;:false,&quot;parent&quot;:{&quot;type&quot;:&quot;CHILD&quot;,&quot;parentId&quot;:&quot;86c4c9f9-9c46-441c-a0b4-b7e8c454a514&quot;,&quot;order&quot;:&quot;5&quot;},&quot;styles&quot;:{&quot;editable&quot;:[{&quot;styleName&quot;:&quot;MONOCHROME_COLOR&quot;,&quot;index&quot;:0,&quot;color&quot;:&quot;#BBBBBC&quot;}]}},&quot;72ae3501-4639-41b1-b43b-2fcbf3eb5004&quot;:{&quot;type&quot;:&quot;FIGURE_OBJECT&quot;,&quot;id&quot;:&quot;72ae3501-4639-41b1-b43b-2fcbf3eb5004&quot;,&quot;parent&quot;:{&quot;type&quot;:&quot;CHILD&quot;,&quot;parentId&quot;:&quot;e33de5b0-55a3-4b18-9c2f-bb7c9f9602dc&quot;,&quot;order&quot;:&quot;2&quot;},&quot;relativeTransform&quot;:{&quot;translate&quot;:{&quot;x&quot;:102.51630352032946,&quot;y&quot;:484.2217973640286},&quot;rotate&quot;:0,&quot;skewX&quot;:0,&quot;scale&quot;:{&quot;x&quot;:1,&quot;y&quot;:1}}},&quot;839ea6a8-f498-4e57-9ebc-9b73640b2d91&quot;:{&quot;type&quot;:&quot;FIGURE_OBJECT&quot;,&quot;id&quot;:&quot;839ea6a8-f498-4e57-9ebc-9b73640b2d91&quot;,&quot;parent&quot;:{&quot;type&quot;:&quot;CROP&quot;,&quot;parentId&quot;:&quot;72ae3501-4639-41b1-b43b-2fcbf3eb5004&quot;,&quot;order&quot;:&quot;5&quot;},&quot;relativeTransform&quot;:{&quot;translate&quot;:{&quot;x&quot;:247.76586919026576,&quot;y&quot;:-24.950661948657373},&quot;rotate&quot;:0,&quot;skewX&quot;:0,&quot;scale&quot;:{&quot;x&quot;:37.176974270319405,&quot;y&quot;:37.50242328765353}},&quot;path&quot;:{&quot;type&quot;:&quot;POLY_LINE&quot;,&quot;points&quot;:[{&quot;x&quot;:-0.39796232948676824,&quot;y&quot;:-0.9821261945480637},{&quot;x&quot;:-0.2620558566508935,&quot;y&quot;:-0.8608865718735346},{&quot;x&quot;:0,&quot;y&quot;:-0.7},{&quot;x&quot;:0.3463957318909996,&quot;y&quot;:-0.44279146378199896},{&quot;x&quot;:0.7,&quot;y&quot;:-0.2},{&quot;x&quot;:1.0771057709165577,&quot;y&quot;:0.06644908325350585},{&quot;x&quot;:1.1917711601403251,&quot;y&quot;:0.2681547189512677},{&quot;x&quot;:1.1842270287902004,&quot;y&quot;:0.43748863087115797},{&quot;x&quot;:1.1406402163500706,&quot;y&quot;:0.5996140065730474},{&quot;x&quot;:1.0353303125433078,&quot;y&quot;:0.7238945671304317},{&quot;x&quot;:0.9300204087365458,&quot;y&quot;:0.7977153741618093},{&quot;x&quot;:0.813111571957033,&quot;y&quot;:0.8444374811725502},{&quot;x&quot;:0.47116585512799514,&quot;y&quot;:0.8009195070520136},{&quot;x&quot;:-0.471165855127996,&quot;y&quot;:0.6243103697109895},{&quot;x&quot;:-0.9998623283735402,&quot;y&quot;:0.5188386914064185},{&quot;x&quot;:-1.0894035617097888,&quot;y&quot;:0.44447724360013},{&quot;x&quot;:-1.1539976529774156,&quot;y&quot;:0.3280026212989749},{&quot;x&quot;:-1.1753405269370374,&quot;y&quot;:0.19711092656181783},{&quot;x&quot;:-1.1673614732527335,&quot;y&quot;:-0.029103736831567195},{&quot;x&quot;:-1.076484253061417,&quot;y&quot;:-0.3850720521489701},{&quot;x&quot;:-0.8399449323806074,&quot;y&quot;:-0.7574866195830268},{&quot;x&quot;:-0.6748197866231962,&quot;y&quot;:-0.8968384178830489},{&quot;x&quot;:-0.5435995942729841,&quot;y&quot;:-0.9611079148695592}],&quot;closed&quot;:true,&quot;cornerRounding&quot;:{&quot;type&quot;:&quot;ARC_LENGTH&quot;,&quot;global&quot;:0.2}},&quot;pathStyles&quot;:[{&quot;type&quot;:&quot;FILL&quot;,&quot;fillStyle&quot;:&quot;#fff&quot;}],&quot;isFrozen&quot;:true,&quot;connectorInfo&quot;:{&quot;type&quot;:&quot;ELBOW&quot;,&quot;offset&quot;:{&quot;x&quot;:0,&quot;y&quot;:0},&quot;customized&quot;:true}},&quot;2f1c1ce7-e52e-405b-a2a0-8d4402049337&quot;:{&quot;id&quot;:&quot;2f1c1ce7-e52e-405b-a2a0-8d4402049337&quot;,&quot;name&quot;:&quot;image.png&quot;,&quot;type&quot;:&quot;FIGURE_OBJECT&quot;,&quot;relativeTransform&quot;:{&quot;translate&quot;:{&quot;x&quot;:247.76586919026576,&quot;y&quot;:-24.950661948657373},&quot;rotate&quot;:0,&quot;skewX&quot;:0,&quot;scale&quot;:{&quot;x&quot;:0.3111993125448729,&quot;y&quot;:0.3139235662651021}},&quot;image&quot;:{&quot;url&quot;:&quot;https://core.services.biorender.com/api/uploads/noredirect/68a510f0ea18213cbb1691bb/1755648240195_cb0f5fbd-0388-46f1-8041-5e49cd664736_icon.png&quot;,&quot;isPremium&quot;:false,&quot;isSignedURL&quot;:true,&quot;size&quot;:{&quot;x&quot;:300,&quot;y&quot;:238.9270976616231}},&quot;source&quot;:{&quot;id&quot;:&quot;68a510f0ea18213cbb1691bb&quot;,&quot;type&quot;:&quot;UPLOADS&quot;},&quot;isPremium&quot;:false,&quot;parent&quot;:{&quot;type&quot;:&quot;CHILD&quot;,&quot;parentId&quot;:&quot;72ae3501-4639-41b1-b43b-2fcbf3eb5004&quot;,&quot;order&quot;:&quot;5&quot;},&quot;styles&quot;:{&quot;editable&quot;:[{&quot;styleName&quot;:&quot;MONOCHROME_COLOR&quot;,&quot;index&quot;:0,&quot;color&quot;:&quot;#BBBBBC&quot;}]}},&quot;6e525764-4152-4549-a53e-2302232e0a0e&quot;:{&quot;type&quot;:&quot;FIGURE_OBJECT&quot;,&quot;id&quot;:&quot;6e525764-4152-4549-a53e-2302232e0a0e&quot;,&quot;parent&quot;:{&quot;type&quot;:&quot;CHILD&quot;,&quot;parentId&quot;:&quot;e33de5b0-55a3-4b18-9c2f-bb7c9f9602dc&quot;,&quot;order&quot;:&quot;1&quot;},&quot;relativeTransform&quot;:{&quot;translate&quot;:{&quot;x&quot;:577.1045961536397,&quot;y&quot;:467.57354076584954},&quot;rotate&quot;:0,&quot;skewX&quot;:0,&quot;scale&quot;:{&quot;x&quot;:1,&quot;y&quot;:1}}},&quot;43d093b7-4b9b-4708-9982-8c20229b8fc7&quot;:{&quot;type&quot;:&quot;FIGURE_OBJECT&quot;,&quot;id&quot;:&quot;43d093b7-4b9b-4708-9982-8c20229b8fc7&quot;,&quot;parent&quot;:{&quot;type&quot;:&quot;CROP&quot;,&quot;parentId&quot;:&quot;6e525764-4152-4549-a53e-2302232e0a0e&quot;,&quot;order&quot;:&quot;5&quot;},&quot;relativeTransform&quot;:{&quot;translate&quot;:{&quot;x&quot;:-222.18657044126914,&quot;y&quot;:-81.20522067891153},&quot;rotate&quot;:0,&quot;skewX&quot;:0,&quot;scale&quot;:{&quot;x&quot;:46.48194130208221,&quot;y&quot;:47.813552236944304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822427e0-1539-45bc-aa52-f4861746ea15&quot;:{&quot;id&quot;:&quot;822427e0-1539-45bc-aa52-f4861746ea15&quot;,&quot;name&quot;:&quot;image.png&quot;,&quot;type&quot;:&quot;FIGURE_OBJECT&quot;,&quot;relativeTransform&quot;:{&quot;translate&quot;:{&quot;x&quot;:-222.18657044126914,&quot;y&quot;:-81.20522067891153},&quot;rotate&quot;:0,&quot;skewX&quot;:0,&quot;scale&quot;:{&quot;x&quot;:0.34775378307483723,&quot;y&quot;:0.3577162056245463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6e525764-4152-4549-a53e-2302232e0a0e&quot;,&quot;order&quot;:&quot;5&quot;},&quot;styles&quot;:{&quot;editable&quot;:[{&quot;styleName&quot;:&quot;MONOCHROME_COLOR&quot;,&quot;index&quot;:0,&quot;color&quot;:&quot;#BBBBBC&quot;}]}},&quot;3961a529-4245-4cce-afce-996380efe84f&quot;:{&quot;type&quot;:&quot;FIGURE_OBJECT&quot;,&quot;id&quot;:&quot;3961a529-4245-4cce-afce-996380efe84f&quot;,&quot;parent&quot;:{&quot;type&quot;:&quot;CHILD&quot;,&quot;parentId&quot;:&quot;a1d114bb-152c-44d6-a90a-5192c4370d2b&quot;,&quot;order&quot;:&quot;2&quot;},&quot;relativeTransform&quot;:{&quot;translate&quot;:{&quot;x&quot;:27.80647682447176,&quot;y&quot;:-0.9505417834021728},&quot;rotate&quot;:0,&quot;skewX&quot;:0,&quot;scale&quot;:{&quot;x&quot;:1,&quot;y&quot;:1}}},&quot;634073b6-0b4f-43d2-9dc5-fb386de80d19&quot;:{&quot;id&quot;:&quot;634073b6-0b4f-43d2-9dc5-fb386de80d19&quot;,&quot;type&quot;:&quot;FIGURE_OBJECT&quot;,&quot;relativeTransform&quot;:{&quot;translate&quot;:{&quot;x&quot;:218.45316660478508,&quot;y&quot;:644.950578480412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18],&quot;style&quot;:{&quot;fontWeight&quot;:&quot;normal&quot;,&quot;fontStyle&quot;:&quot;normal&quot;,&quot;fontSize&quot;:20,&quot;fontFamily&quot;:&quot;Arial&quot;,&quot;color&quot;:&quot;black&quot;,&quot;decoration&quot;:&quot;none&quot;}}],&quot;text&quot;:&quot;Normal Distribution&quot;,&quot;baseStyle&quot;:{&quot;fontFamily&quot;:&quot;Roboto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99.82000732421875,&quot;y&quot;:40},&quot;targetSize&quot;:{&quot;x&quot;:77.0795703463748,&quot;y&quot;:32.86762799819012}},&quot;parent&quot;:{&quot;type&quot;:&quot;CHILD&quot;,&quot;parentId&quot;:&quot;3961a529-4245-4cce-afce-996380efe84f&quot;,&quot;order&quot;:&quot;7&quot;}},&quot;2bb8993a-17dd-4ff3-aebe-0b6c3ecd1918&quot;:{&quot;id&quot;:&quot;2bb8993a-17dd-4ff3-aebe-0b6c3ecd1918&quot;,&quot;type&quot;:&quot;FIGURE_OBJECT&quot;,&quot;relativeTransform&quot;:{&quot;translate&quot;:{&quot;x&quot;:218.45334357058312,&quot;y&quot;:770.129688605517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21],&quot;style&quot;:{&quot;fontWeight&quot;:&quot;normal&quot;,&quot;fontStyle&quot;:&quot;normal&quot;,&quot;fontSize&quot;:20,&quot;fontFamily&quot;:&quot;Arial&quot;,&quot;color&quot;:&quot;black&quot;,&quot;decoration&quot;:&quot;none&quot;}}],&quot;text&quot;:&quot;Curvature Distribution&quot;,&quot;baseStyle&quot;:{&quot;fontFamily&quot;:&quot;Roboto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99.82000732421875,&quot;y&quot;:45.641752041134254},&quot;targetSize&quot;:{&quot;x&quot;:77.0795703463748,&quot;y&quot;:45.641752041134254}},&quot;parent&quot;:{&quot;type&quot;:&quot;CHILD&quot;,&quot;parentId&quot;:&quot;3961a529-4245-4cce-afce-996380efe84f&quot;,&quot;order&quot;:&quot;6&quot;}},&quot;691bba13-5568-4136-bc4d-b861db531853&quot;:{&quot;id&quot;:&quot;691bba13-5568-4136-bc4d-b861db531853&quot;,&quot;type&quot;:&quot;FIGURE_OBJECT&quot;,&quot;relativeTransform&quot;:{&quot;translate&quot;:{&quot;x&quot;:206.55547129374764,&quot;y&quot;:575.771399885059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8],&quot;style&quot;:{&quot;fontWeight&quot;:&quot;normal&quot;,&quot;fontStyle&quot;:&quot;normal&quot;,&quot;fontSize&quot;:20,&quot;fontFamily&quot;:&quot;Arial&quot;,&quot;color&quot;:&quot;black&quot;,&quot;decoration&quot;:&quot;none&quot;}}],&quot;text&quot;:&quot;Vertices &quot;},{&quot;runs&quot;:[{&quot;range&quot;:[0,1],&quot;style&quot;:{&quot;fontWeight&quot;:&quot;normal&quot;,&quot;fontStyle&quot;:&quot;normal&quot;,&quot;fontSize&quot;:20,&quot;fontFamily&quot;:&quot;Arial&quot;,&quot;color&quot;:&quot;black&quot;,&quot;decoration&quot;:&quot;none&quot;}}],&quot;text&quot;:&quot;MT&quot;,&quot;baseStyle&quot;:{&quot;fontFamily&quot;:&quot;Roboto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77.77321708710812,&quot;y&quot;:45.641752041134254},&quot;targetSize&quot;:{&quot;x&quot;:77.77321708710812,&quot;y&quot;:45.641752041134254}},&quot;parent&quot;:{&quot;type&quot;:&quot;CHILD&quot;,&quot;parentId&quot;:&quot;3961a529-4245-4cce-afce-996380efe84f&quot;,&quot;order&quot;:&quot;5&quot;}},&quot;52c83f3e-29f9-4553-a91f-01cc1d781d1e&quot;:{&quot;id&quot;:&quot;52c83f3e-29f9-4553-a91f-01cc1d781d1e&quot;,&quot;type&quot;:&quot;FIGURE_OBJECT&quot;,&quot;relativeTransform&quot;:{&quot;translate&quot;:{&quot;x&quot;:210.65220090410844,&quot;y&quot;:521.384537435046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6],&quot;style&quot;:{&quot;fontWeight&quot;:&quot;normal&quot;,&quot;fontStyle&quot;:&quot;normal&quot;,&quot;fontSize&quot;:20,&quot;fontFamily&quot;:&quot;Arial&quot;,&quot;color&quot;:&quot;black&quot;,&quot;decoration&quot;:&quot;none&quot;}}],&quot;text&quot;:&quot;Wire MT&quot;}],&quot;_lastCaretLocation&quot;:{&quot;lineIndex&quot;:0,&quot;runIndex&quot;:-1,&quot;charIndex&quot;:-1,&quot;endOfLine&quot;:true}},&quot;format&quot;:&quot;BETTER_TEXT&quot;,&quot;size&quot;:{&quot;x&quot;:83.98669943800842,&quot;y&quot;:32.86762799819012},&quot;targetSize&quot;:{&quot;x&quot;:83.98669943800842,&quot;y&quot;:32.86762799819012}},&quot;parent&quot;:{&quot;type&quot;:&quot;CHILD&quot;,&quot;parentId&quot;:&quot;3961a529-4245-4cce-afce-996380efe84f&quot;,&quot;order&quot;:&quot;3&quot;}},&quot;6fd43c9a-61cb-4039-bab9-eef74843b67e&quot;:{&quot;id&quot;:&quot;6fd43c9a-61cb-4039-bab9-eef74843b67e&quot;,&quot;type&quot;:&quot;FIGURE_OBJECT&quot;,&quot;relativeTransform&quot;:{&quot;translate&quot;:{&quot;x&quot;:210.65157231181576,&quot;y&quot;:458.1304938071786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8],&quot;style&quot;:{&quot;fontWeight&quot;:&quot;normal&quot;,&quot;fontStyle&quot;:&quot;normal&quot;,&quot;fontSize&quot;:20,&quot;fontFamily&quot;:&quot;Arial&quot;,&quot;color&quot;:&quot;black&quot;,&quot;decoration&quot;:&quot;none&quot;}}],&quot;text&quot;:&quot;Hollow MT&quot;}],&quot;_lastCaretLocation&quot;:{&quot;lineIndex&quot;:0,&quot;runIndex&quot;:-1,&quot;charIndex&quot;:-1,&quot;endOfLine&quot;:true}},&quot;format&quot;:&quot;BETTER_TEXT&quot;,&quot;size&quot;:{&quot;x&quot;:83.98609728652993,&quot;y&quot;:45.641752041134254},&quot;targetSize&quot;:{&quot;x&quot;:83.98609728652993,&quot;y&quot;:45.641752041134254}},&quot;parent&quot;:{&quot;type&quot;:&quot;CHILD&quot;,&quot;parentId&quot;:&quot;3961a529-4245-4cce-afce-996380efe84f&quot;,&quot;order&quot;:&quot;2&quot;}},&quot;52d97495-3801-40a4-87f5-41373910e05b&quot;:{&quot;id&quot;:&quot;52d97495-3801-40a4-87f5-41373910e05b&quot;,&quot;type&quot;:&quot;FIGURE_OBJECT&quot;,&quot;relativeTransform&quot;:{&quot;translate&quot;:{&quot;x&quot;:218.70871157168864,&quot;y&quot;:390.950973295947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22],&quot;style&quot;:{&quot;fontWeight&quot;:&quot;normal&quot;,&quot;fontStyle&quot;:&quot;normal&quot;,&quot;fontSize&quot;:20,&quot;fontFamily&quot;:&quot;Arial&quot;,&quot;color&quot;:&quot;black&quot;,&quot;decoration&quot;:&quot;none&quot;}}],&quot;text&quot;:&quot;Solid Moment Tensor(MT)&quot;,&quot;baseStyle&quot;:{&quot;fontFamily&quot;:&quot;Arial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19}},&quot;format&quot;:&quot;BETTER_TEXT&quot;,&quot;size&quot;:{&quot;x&quot;:102.08000183105469,&quot;y&quot;:60},&quot;targetSize&quot;:{&quot;x&quot;:83.98661427249189,&quot;y&quot;:32.86762799819012}},&quot;parent&quot;:{&quot;type&quot;:&quot;CHILD&quot;,&quot;parentId&quot;:&quot;3961a529-4245-4cce-afce-996380efe84f&quot;,&quot;order&quot;:&quot;1&quot;}},&quot;a03a9378-e737-406c-882d-e6f8f59fe35a&quot;:{&quot;type&quot;:&quot;FIGURE_OBJECT&quot;,&quot;id&quot;:&quot;a03a9378-e737-406c-882d-e6f8f59fe35a&quot;,&quot;relativeTransform&quot;:{&quot;translate&quot;:{&quot;x&quot;:339.53060737689214,&quot;y&quot;:314.44701444150024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46.3431847976224,&quot;y&quot;:42.10526315789474},&quot;cornerRounding&quot;:{&quot;type&quot;:&quot;ARC_LENGTH&quot;,&quot;global&quot;:6.324552885632121}},&quot;pathStyles&quot;:[{&quot;type&quot;:&quot;FILL&quot;,&quot;fillStyle&quot;:&quot;rgba(252, 229, 234, 1)&quot;},{&quot;type&quot;:&quot;STROKE&quot;,&quot;strokeStyle&quot;:&quot;rgba(0,0,0,0)&quot;,&quot;lineWidth&quot;:1,&quot;lineJoin&quot;:&quot;round&quot;}],&quot;isLocked&quot;:false,&quot;parent&quot;:{&quot;type&quot;:&quot;CHILD&quot;,&quot;parentId&quot;:&quot;a1d114bb-152c-44d6-a90a-5192c4370d2b&quot;,&quot;order&quot;:&quot;5&quot;}},&quot;972a3b29-8ca1-4202-9294-8d91eaf41df7&quot;:{&quot;type&quot;:&quot;FIGURE_OBJECT&quot;,&quot;id&quot;:&quot;972a3b29-8ca1-4202-9294-8d91eaf41df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rgb(0,0,0)&quot;,&quot;fontWeight&quot;:&quot;bold&quot;,&quot;fontStyle&quot;:&quot;normal&quot;,&quot;decoration&quot;:&quot;none&quot;,&quot;script&quot;:&quot;none&quot;},&quot;range&quot;:[0,20]}],&quot;text&quot;:&quot;Visual Representation&quot;}],&quot;verticalAlign&quot;:&quot;TOP&quot;,&quot;_lastCaretLocation&quot;:{&quot;lineIndex&quot;:0,&quot;runIndex&quot;:0,&quot;charIndex&quot;:7}},&quot;size&quot;:{&quot;x&quot;:145.36000061035156,&quot;y&quot;:40},&quot;targetSize&quot;:{&quot;x&quot;:135.48427201060215,&quot;y&quot;:2},&quot;format&quot;:&quot;BETTER_TEXT&quot;,&quot;verticalAlign&quot;:&quot;TOP&quot;},&quot;parent&quot;:{&quot;type&quot;:&quot;CHILD&quot;,&quot;parentId&quot;:&quot;a03a9378-e737-406c-882d-e6f8f59fe35a&quot;,&quot;order&quot;:&quot;5&quot;}},&quot;128aa89a-0c8f-4f26-8298-db84c4a9652a&quot;:{&quot;type&quot;:&quot;FIGURE_OBJECT&quot;,&quot;id&quot;:&quot;128aa89a-0c8f-4f26-8298-db84c4a9652a&quot;,&quot;relativeTransform&quot;:{&quot;translate&quot;:{&quot;x&quot;:203.52643016689183,&quot;y&quot;:312.26750350005557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11.69038474869902,&quot;y&quot;:30.931556786411463},&quot;cornerRounding&quot;:{&quot;type&quot;:&quot;ARC_LENGTH&quot;,&quot;global&quot;:6.324552885632121}},&quot;pathStyles&quot;:[{&quot;type&quot;:&quot;FILL&quot;,&quot;fillStyle&quot;:&quot;rgba(252, 229, 234, 1)&quot;},{&quot;type&quot;:&quot;STROKE&quot;,&quot;strokeStyle&quot;:&quot;rgba(0,0,0,0)&quot;,&quot;lineWidth&quot;:1,&quot;lineJoin&quot;:&quot;round&quot;}],&quot;isLocked&quot;:false,&quot;parent&quot;:{&quot;type&quot;:&quot;CHILD&quot;,&quot;parentId&quot;:&quot;a1d114bb-152c-44d6-a90a-5192c4370d2b&quot;,&quot;order&quot;:&quot;6&quot;}},&quot;255d7f63-62a4-4bfa-974c-6f0f58c21650&quot;:{&quot;type&quot;:&quot;FIGURE_OBJECT&quot;,&quot;id&quot;:&quot;255d7f63-62a4-4bfa-974c-6f0f58c2165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rgb(0,0,0)&quot;,&quot;fontWeight&quot;:&quot;bold&quot;,&quot;fontStyle&quot;:&quot;normal&quot;,&quot;decoration&quot;:&quot;none&quot;,&quot;script&quot;:&quot;none&quot;},&quot;range&quot;:[0,10]}],&quot;text&quot;:&quot;Descriptors&quot;}],&quot;verticalAlign&quot;:&quot;TOP&quot;,&quot;_lastCaretLocation&quot;:{&quot;lineIndex&quot;:0,&quot;runIndex&quot;:-1,&quot;charIndex&quot;:-1,&quot;endOfLine&quot;:true}},&quot;size&quot;:{&quot;x&quot;:110.94001007080078,&quot;y&quot;:20},&quot;targetSize&quot;:{&quot;x&quot;:110.85766921114413,&quot;y&quot;:2},&quot;format&quot;:&quot;BETTER_TEXT&quot;,&quot;verticalAlign&quot;:&quot;TOP&quot;},&quot;parent&quot;:{&quot;type&quot;:&quot;CHILD&quot;,&quot;parentId&quot;:&quot;128aa89a-0c8f-4f26-8298-db84c4a9652a&quot;,&quot;order&quot;:&quot;5&quot;}},&quot;1b65bb51-07b3-40e0-9445-16a3e30dd42b&quot;:{&quot;type&quot;:&quot;FIGURE_OBJECT&quot;,&quot;id&quot;:&quot;1b65bb51-07b3-40e0-9445-16a3e30dd42b&quot;,&quot;parent&quot;:{&quot;type&quot;:&quot;CHILD&quot;,&quot;parentId&quot;:&quot;a1d114bb-152c-44d6-a90a-5192c4370d2b&quot;,&quot;order&quot;:&quot;1&quot;},&quot;relativeTransform&quot;:{&quot;translate&quot;:{&quot;x&quot;:22.234570730570496,&quot;y&quot;:520.1183583070556},&quot;rotate&quot;:0,&quot;skewX&quot;:0,&quot;scale&quot;:{&quot;x&quot;:1,&quot;y&quot;:1}}},&quot;9f347485-2914-4aaf-a8e6-04936dc52b8b&quot;:{&quot;type&quot;:&quot;FIGURE_OBJECT&quot;,&quot;id&quot;:&quot;9f347485-2914-4aaf-a8e6-04936dc52b8b&quot;,&quot;parent&quot;:{&quot;type&quot;:&quot;CHILD&quot;,&quot;parentId&quot;:&quot;1b65bb51-07b3-40e0-9445-16a3e30dd42b&quot;,&quot;order&quot;:&quot;7&quot;},&quot;relativeTransform&quot;:{&quot;translate&quot;:{&quot;x&quot;:0,&quot;y&quot;:0},&quot;rotate&quot;:0,&quot;skewX&quot;:0,&quot;scale&quot;:{&quot;x&quot;:1,&quot;y&quot;:1}}},&quot;58509044-cf49-4d8c-8fdb-235515a10fc4&quot;:{&quot;id&quot;:&quot;58509044-cf49-4d8c-8fdb-235515a10fc4&quot;,&quot;type&quot;:&quot;FIGURE_OBJECT&quot;,&quot;relativeTransform&quot;:{&quot;translate&quot;:{&quot;x&quot;:152.04351457882035,&quot;y&quot;:247.614103512013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20,2&quot;}],&quot;_lastCaretLocation&quot;:{&quot;lineIndex&quot;:0,&quot;runIndex&quot;:2,&quot;charIndex&quot;:4}},&quot;format&quot;:&quot;BETTER_TEXT&quot;,&quot;size&quot;:{&quot;x&quot;:44.035909151411424,&quot;y&quot;:32.867551112699296},&quot;targetSize&quot;:{&quot;x&quot;:44.035909151411424,&quot;y&quot;:32.867551112699296}},&quot;parent&quot;:{&quot;type&quot;:&quot;CHILD&quot;,&quot;parentId&quot;:&quot;9f347485-2914-4aaf-a8e6-04936dc52b8b&quot;,&quot;order&quot;:&quot;7&quot;}},&quot;febf76a0-ed41-4e83-bc8e-18e4095d6bdb&quot;:{&quot;id&quot;:&quot;febf76a0-ed41-4e83-bc8e-18e4095d6bdb&quot;,&quot;type&quot;:&quot;FIGURE_OBJECT&quot;,&quot;relativeTransform&quot;:{&quot;translate&quot;:{&quot;x&quot;:155.36357228234664,&quot;y&quot;:127.5027242820352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10,2&quot;}],&quot;_lastCaretLocation&quot;:{&quot;lineIndex&quot;:0,&quot;runIndex&quot;:2,&quot;charIndex&quot;:4}},&quot;format&quot;:&quot;BETTER_TEXT&quot;,&quot;size&quot;:{&quot;x&quot;:50.67677844756668,&quot;y&quot;:32.867551112699296},&quot;targetSize&quot;:{&quot;x&quot;:50.67677844756668,&quot;y&quot;:32.867551112699296}},&quot;parent&quot;:{&quot;type&quot;:&quot;CHILD&quot;,&quot;parentId&quot;:&quot;9f347485-2914-4aaf-a8e6-04936dc52b8b&quot;,&quot;order&quot;:&quot;6&quot;}},&quot;ef8cf5c9-e24b-4234-a806-bd8405be4ea1&quot;:{&quot;id&quot;:&quot;ef8cf5c9-e24b-4234-a806-bd8405be4ea1&quot;,&quot;type&quot;:&quot;FIGURE_OBJECT&quot;,&quot;relativeTransform&quot;:{&quot;translate&quot;:{&quot;x&quot;:152.04387716986264,&quot;y&quot;:55.12899103700337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32,0&quot;}],&quot;_lastCaretLocation&quot;:{&quot;lineIndex&quot;:0,&quot;runIndex&quot;:2,&quot;charIndex&quot;:4}},&quot;format&quot;:&quot;BETTER_TEXT&quot;,&quot;size&quot;:{&quot;x&quot;:44.035909151411424,&quot;y&quot;:32.867551112699296},&quot;targetSize&quot;:{&quot;x&quot;:44.035909151411424,&quot;y&quot;:32.867551112699296}},&quot;parent&quot;:{&quot;type&quot;:&quot;CHILD&quot;,&quot;parentId&quot;:&quot;9f347485-2914-4aaf-a8e6-04936dc52b8b&quot;,&quot;order&quot;:&quot;5&quot;}},&quot;810fb621-6a92-4d1b-beb8-1fc42881f412&quot;:{&quot;id&quot;:&quot;810fb621-6a92-4d1b-beb8-1fc42881f412&quot;,&quot;type&quot;:&quot;FIGURE_OBJECT&quot;,&quot;relativeTransform&quot;:{&quot;translate&quot;:{&quot;x&quot;:152.04393644971137,&quot;y&quot;:7.69353206024959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22,0&quot;}],&quot;_lastCaretLocation&quot;:{&quot;lineIndex&quot;:0,&quot;runIndex&quot;:2,&quot;charIndex&quot;:4}},&quot;format&quot;:&quot;BETTER_TEXT&quot;,&quot;size&quot;:{&quot;x&quot;:44.035909151411424,&quot;y&quot;:32.867551112699296},&quot;targetSize&quot;:{&quot;x&quot;:44.035909151411424,&quot;y&quot;:32.867551112699296}},&quot;parent&quot;:{&quot;type&quot;:&quot;CHILD&quot;,&quot;parentId&quot;:&quot;9f347485-2914-4aaf-a8e6-04936dc52b8b&quot;,&quot;order&quot;:&quot;3&quot;}},&quot;2c3f96c9-bf8e-477c-9a7a-be529b767d89&quot;:{&quot;id&quot;:&quot;2c3f96c9-bf8e-477c-9a7a-be529b767d89&quot;,&quot;type&quot;:&quot;FIGURE_OBJECT&quot;,&quot;relativeTransform&quot;:{&quot;translate&quot;:{&quot;x&quot;:151.9001882387431,&quot;y&quot;:-63.4091019755915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12,0&quot;}],&quot;_lastCaretLocation&quot;:{&quot;lineIndex&quot;:0,&quot;runIndex&quot;:2,&quot;charIndex&quot;:4}},&quot;format&quot;:&quot;BETTER_TEXT&quot;,&quot;size&quot;:{&quot;x&quot;:44.035909151411424,&quot;y&quot;:32.867551112699296},&quot;targetSize&quot;:{&quot;x&quot;:44.035909151411424,&quot;y&quot;:32.867551112699296}},&quot;parent&quot;:{&quot;type&quot;:&quot;CHILD&quot;,&quot;parentId&quot;:&quot;9f347485-2914-4aaf-a8e6-04936dc52b8b&quot;,&quot;order&quot;:&quot;2&quot;}},&quot;c07a9377-b75a-457f-bea7-1e9339f7184f&quot;:{&quot;id&quot;:&quot;c07a9377-b75a-457f-bea7-1e9339f7184f&quot;,&quot;type&quot;:&quot;FIGURE_OBJECT&quot;,&quot;relativeTransform&quot;:{&quot;translate&quot;:{&quot;x&quot;:152.04386214663194,&quot;y&quot;:-136.8647139892139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02,0&quot;}],&quot;_lastCaretLocation&quot;:{&quot;lineIndex&quot;:0,&quot;runIndex&quot;:2,&quot;charIndex&quot;:4}},&quot;format&quot;:&quot;BETTER_TEXT&quot;,&quot;size&quot;:{&quot;x&quot;:44.035909151411424,&quot;y&quot;:32.867551112699296},&quot;targetSize&quot;:{&quot;x&quot;:44.035909151411424,&quot;y&quot;:32.867551112699296}},&quot;parent&quot;:{&quot;type&quot;:&quot;CHILD&quot;,&quot;parentId&quot;:&quot;9f347485-2914-4aaf-a8e6-04936dc52b8b&quot;,&quot;order&quot;:&quot;1&quot;}},&quot;cb18eead-fafa-41a9-b9b2-495ea920e763&quot;:{&quot;type&quot;:&quot;FIGURE_OBJECT&quot;,&quot;id&quot;:&quot;cb18eead-fafa-41a9-b9b2-495ea920e763&quot;,&quot;relativeTransform&quot;:{&quot;translate&quot;:{&quot;x&quot;:258.2173884574401,&quot;y&quot;:43.88138703782949},&quot;rotate&quot;:0},&quot;opacity&quot;:1,&quot;path&quot;:{&quot;type&quot;:&quot;RECT&quot;,&quot;size&quot;:{&quot;x&quot;:286.99983139541655,&quot;y&quot;:550.9999383418744},&quot;cornerRounding&quot;:{&quot;type&quot;:&quot;ARC_LENGTH&quot;,&quot;global&quot;:5.736222384643088}},&quot;pathStyles&quot;:[{&quot;type&quot;:&quot;FILL&quot;,&quot;fillStyle&quot;:&quot;rgba(252, 229, 234, 1)&quot;},{&quot;type&quot;:&quot;STROKE&quot;,&quot;strokeStyle&quot;:&quot;rgb(138, 42, 68)&quot;,&quot;lineWidth&quot;:1,&quot;lineJoin&quot;:&quot;round&quot;}],&quot;isLocked&quot;:false,&quot;parent&quot;:{&quot;type&quot;:&quot;CHILD&quot;,&quot;parentId&quot;:&quot;1b65bb51-07b3-40e0-9445-16a3e30dd42b&quot;,&quot;order&quot;:&quot;1&quot;},&quot;layout&quot;:{&quot;sizeRatio&quot;:{&quot;x&quot;:0.88,&quot;y&quot;:0.88},&quot;keepAspectRatio&quot;:false}},&quot;979abe78-1728-4ec5-9ef3-7c836f91e5ae&quot;:{&quot;id&quot;:&quot;979abe78-1728-4ec5-9ef3-7c836f91e5a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252.55985162796657,&quot;y&quot;:22},&quot;targetSize&quot;:{&quot;x&quot;:252.55985162796657,&quot;y&quot;:2}},&quot;parent&quot;:{&quot;type&quot;:&quot;CHILD&quot;,&quot;parentId&quot;:&quot;cb18eead-fafa-41a9-b9b2-495ea920e763&quot;,&quot;order&quot;:&quot;5&quot;}},&quot;b0029703-d3e4-4802-8e66-709db58c9177&quot;:{&quot;type&quot;:&quot;FIGURE_OBJECT&quot;,&quot;id&quot;:&quot;b0029703-d3e4-4802-8e66-709db58c9177&quot;,&quot;relativeTransform&quot;:{&quot;translate&quot;:{&quot;x&quot;:280.45155206731977,&quot;y&quot;:258.7586054586177},&quot;rotate&quot;:0},&quot;layout&quot;:{&quot;sizeRatio&quot;:{&quot;x&quot;:0.99328165374677,&quot;y&quot;:0.95},&quot;keepAspectRatio&quot;:false},&quot;opacity&quot;:1,&quot;path&quot;:{&quot;type&quot;:&quot;RECT&quot;,&quot;size&quot;:{&quot;x&quot;:286.9995820974498,&quot;y&quot;:36.51792588761307},&quot;cornerRounding&quot;:{&quot;type&quot;:&quot;ARC_LENGTH&quot;,&quot;global&quot;:6.000229524621451}},&quot;pathStyles&quot;:[{&quot;type&quot;:&quot;FILL&quot;,&quot;fillStyle&quot;:&quot;rgb(138, 42, 68)&quot;},{&quot;type&quot;:&quot;STROKE&quot;,&quot;strokeStyle&quot;:&quot;rgb(138, 42, 68)&quot;,&quot;lineWidth&quot;:1.0000021139913269,&quot;lineJoin&quot;:&quot;round&quot;}],&quot;isLocked&quot;:false,&quot;parent&quot;:{&quot;type&quot;:&quot;CHILD&quot;,&quot;parentId&quot;:&quot;8ec69822-51fa-4f39-b89b-3dc53b159a7f&quot;,&quot;order&quot;:&quot;2&quot;}},&quot;18e3734b-b72c-4426-9f38-7fc80bb867fb&quot;:{&quot;type&quot;:&quot;FIGURE_OBJECT&quot;,&quot;id&quot;:&quot;18e3734b-b72c-4426-9f38-7fc80bb867fb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1.33337843181497,&quot;color&quot;:&quot;#FFFFFF&quot;,&quot;fontWeight&quot;:&quot;bold&quot;,&quot;fontStyle&quot;:&quot;normal&quot;,&quot;decoration&quot;:&quot;none&quot;,&quot;script&quot;:&quot;none&quot;},&quot;range&quot;:[0,15]}],&quot;text&quot;:&quot;Tensors (Rank 2)&quot;}],&quot;verticalAlign&quot;:&quot;TOP&quot;,&quot;_lastCaretLocation&quot;:{&quot;lineIndex&quot;:0,&quot;runIndex&quot;:-1,&quot;charIndex&quot;:-1,&quot;endOfLine&quot;:true}},&quot;size&quot;:{&quot;x&quot;:285.0714195303868,&quot;y&quot;:21},&quot;targetSize&quot;:{&quot;x&quot;:285.0714195303868,&quot;y&quot;:2},&quot;format&quot;:&quot;BETTER_TEXT&quot;,&quot;verticalAlign&quot;:&quot;TOP&quot;},&quot;parent&quot;:{&quot;type&quot;:&quot;CHILD&quot;,&quot;parentId&quot;:&quot;b0029703-d3e4-4802-8e66-709db58c9177&quot;,&quot;order&quot;:&quot;5&quot;}},&quot;2edf1bf2-7a22-4278-9314-11ac88138be1&quot;:{&quot;type&quot;:&quot;FIGURE_OBJECT&quot;,&quot;id&quot;:&quot;2edf1bf2-7a22-4278-9314-11ac88138be1&quot;,&quot;parent&quot;:{&quot;type&quot;:&quot;CHILD&quot;,&quot;parentId&quot;:&quot;3b94467f-13c5-4a37-9ebf-921b789a8ee8&quot;,&quot;order&quot;:&quot;5&quot;},&quot;relativeTransform&quot;:{}},&quot;1a25f76a-e4a5-4c02-9328-b65dc9f680f7&quot;:{&quot;type&quot;:&quot;FIGURE_OBJECT&quot;,&quot;id&quot;:&quot;1a25f76a-e4a5-4c02-9328-b65dc9f680f7&quot;,&quot;parent&quot;:{&quot;type&quot;:&quot;CHILD&quot;,&quot;parentId&quot;:&quot;2edf1bf2-7a22-4278-9314-11ac88138be1&quot;,&quot;order&quot;:&quot;5&quot;},&quot;relativeTransform&quot;:{}},&quot;84f2a5bc-b559-497b-887b-dd4e7df16aac&quot;:{&quot;type&quot;:&quot;FIGURE_OBJECT&quot;,&quot;id&quot;:&quot;84f2a5bc-b559-497b-887b-dd4e7df16aac&quot;,&quot;parent&quot;:{&quot;type&quot;:&quot;CHILD&quot;,&quot;parentId&quot;:&quot;1a25f76a-e4a5-4c02-9328-b65dc9f680f7&quot;,&quot;order&quot;:&quot;7&quot;},&quot;relativeTransform&quot;:{}},&quot;227aa5b5-620c-450e-9d64-013a44024fe3&quot;:{&quot;type&quot;:&quot;FIGURE_OBJECT&quot;,&quot;id&quot;:&quot;227aa5b5-620c-450e-9d64-013a44024fe3&quot;,&quot;parent&quot;:{&quot;type&quot;:&quot;CHILD&quot;,&quot;parentId&quot;:&quot;84f2a5bc-b559-497b-887b-dd4e7df16aac&quot;,&quot;order&quot;:&quot;7&quot;},&quot;relativeTransform&quot;:{}},&quot;1db7e76c-524c-4d6d-90dd-2252672254a3&quot;:{&quot;type&quot;:&quot;FIGURE_OBJECT&quot;,&quot;id&quot;:&quot;1db7e76c-524c-4d6d-90dd-2252672254a3&quot;,&quot;parent&quot;:{&quot;type&quot;:&quot;CHILD&quot;,&quot;parentId&quot;:&quot;227aa5b5-620c-450e-9d64-013a44024fe3&quot;,&quot;order&quot;:&quot;5&quot;},&quot;relativeTransform&quot;:{&quot;translate&quot;:{&quot;x&quot;:44.636517375147335,&quot;y&quot;:524.2432785838083},&quot;rotate&quot;:0,&quot;skewX&quot;:0,&quot;scale&quot;:{&quot;x&quot;:1,&quot;y&quot;:1}}},&quot;115a6643-b90b-4416-8d2d-caf79c028311&quot;:{&quot;type&quot;:&quot;FIGURE_OBJECT&quot;,&quot;id&quot;:&quot;115a6643-b90b-4416-8d2d-caf79c028311&quot;,&quot;relativeTransform&quot;:{&quot;translate&quot;:{&quot;x&quot;:58.88487658393071,&quot;y&quot;:-7.5533768312292375},&quot;rotate&quot;:0.3045789997672675,&quot;skewX&quot;:4.384993312238418e-16},&quot;opacity&quot;:1,&quot;path&quot;:{&quot;type&quot;:&quot;ELLIPSE&quot;,&quot;size&quot;:{&quot;x&quot;:11.456213748693775,&quot;y&quot;:22.52815691327904}},&quot;isLocked&quot;:false,&quot;pathStyles&quot;:[{&quot;type&quot;:&quot;FILL&quot;,&quot;fillStyle&quot;:&quot;rgba(102, 55, 42, 1)&quot;},{&quot;type&quot;:&quot;STROKE&quot;,&quot;strokeStyle&quot;:&quot;rgba(102, 55, 42, 1)&quot;,&quot;lineWidth&quot;:1.8827153569340218,&quot;lineJoin&quot;:&quot;round&quot;}],&quot;parent&quot;:{&quot;type&quot;:&quot;CHILD&quot;,&quot;parentId&quot;:&quot;1db7e76c-524c-4d6d-90dd-2252672254a3&quot;,&quot;order&quot;:&quot;7&quot;}},&quot;21f65761-9967-407d-b6c4-fc228109f28c&quot;:{&quot;type&quot;:&quot;FIGURE_OBJECT&quot;,&quot;id&quot;:&quot;21f65761-9967-407d-b6c4-fc228109f28c&quot;,&quot;relativeTransform&quot;:{&quot;translate&quot;:{&quot;x&quot;:16.148838491658275,&quot;y&quot;:-0.9290085601965562},&quot;rotate&quot;:0},&quot;opacity&quot;:1,&quot;path&quot;:{&quot;type&quot;:&quot;POLY_LINE&quot;,&quot;points&quot;:[{&quot;x&quot;:-45.689439747121114,&quot;y&quot;:-20.178569413427084},{&quot;x&quot;:37.85894993406817,&quot;y&quot;:4.092859149152903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1db7e76c-524c-4d6d-90dd-2252672254a3&quot;,&quot;order&quot;:&quot;5&quot;},&quot;connectorInfo&quot;:{&quot;type&quot;:&quot;LINE&quot;,&quot;offset&quot;:{&quot;x&quot;:0,&quot;y&quot;:0},&quot;bending&quot;:0.1,&quot;customized&quot;:false}},&quot;70b12738-e9c3-4f78-b17f-969e0ec91679&quot;:{&quot;type&quot;:&quot;FIGURE_OBJECT&quot;,&quot;id&quot;:&quot;70b12738-e9c3-4f78-b17f-969e0ec91679&quot;,&quot;relativeTransform&quot;:{&quot;translate&quot;:{&quot;x&quot;:28.59362792958688,&quot;y&quot;:-32.853312438643},&quot;rotate&quot;:0},&quot;opacity&quot;:1,&quot;path&quot;:{&quot;type&quot;:&quot;POLY_LINE&quot;,&quot;points&quot;:[{&quot;x&quot;:-48.80155742488115,&quot;y&quot;:-19.931453425181406},{&quot;x&quot;:33.982317000818,&quot;y&quot;:13.792164090507807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1db7e76c-524c-4d6d-90dd-2252672254a3&quot;,&quot;order&quot;:&quot;2&quot;},&quot;connectorInfo&quot;:{&quot;type&quot;:&quot;LINE&quot;,&quot;offset&quot;:{&quot;x&quot;:0,&quot;y&quot;:0},&quot;bending&quot;:0.1,&quot;customized&quot;:false}},&quot;97ec9e57-384f-4e42-b657-f1518baad6b3&quot;:{&quot;type&quot;:&quot;FIGURE_OBJECT&quot;,&quot;id&quot;:&quot;97ec9e57-384f-4e42-b657-f1518baad6b3&quot;,&quot;parent&quot;:{&quot;type&quot;:&quot;CHILD&quot;,&quot;parentId&quot;:&quot;227aa5b5-620c-450e-9d64-013a44024fe3&quot;,&quot;order&quot;:&quot;2&quot;},&quot;relativeTransform&quot;:{&quot;translate&quot;:{&quot;x&quot;:43.768630755385345,&quot;y&quot;:524.9451565869809},&quot;rotate&quot;:0,&quot;skewX&quot;:0,&quot;scale&quot;:{&quot;x&quot;:1,&quot;y&quot;:1}}},&quot;734ee861-214a-4649-89fc-d2f4bd336581&quot;:{&quot;type&quot;:&quot;FIGURE_OBJECT&quot;,&quot;id&quot;:&quot;734ee861-214a-4649-89fc-d2f4bd336581&quot;,&quot;relativeTransform&quot;:{&quot;translate&quot;:{&quot;x&quot;:-24.587812184922402,&quot;y&quot;:-38.732932099864136},&quot;rotate&quot;:0.31578440987121326,&quot;skewX&quot;:0.022606602368692597},&quot;opacity&quot;:1,&quot;path&quot;:{&quot;type&quot;:&quot;ELLIPSE&quot;,&quot;size&quot;:{&quot;x&quot;:17.763000371462805,&quot;y&quot;:32.670435901484886}},&quot;isLocked&quot;:false,&quot;pathStyles&quot;:[{&quot;type&quot;:&quot;FILL&quot;,&quot;fillStyle&quot;:&quot;rgba(102, 55, 42, 1)&quot;},{&quot;type&quot;:&quot;STROKE&quot;,&quot;strokeStyle&quot;:&quot;rgba(102, 55, 42, 1)&quot;,&quot;lineWidth&quot;:2.654255048443799,&quot;lineJoin&quot;:&quot;round&quot;}],&quot;parent&quot;:{&quot;type&quot;:&quot;CHILD&quot;,&quot;parentId&quot;:&quot;97ec9e57-384f-4e42-b657-f1518baad6b3&quot;,&quot;order&quot;:&quot;8&quot;}},&quot;e9c573c3-3d6b-4487-b633-6a954e4d5a1f&quot;:{&quot;relativeTransform&quot;:{&quot;translate&quot;:{&quot;x&quot;:292.0583531425757,&quot;y&quot;:-223.7746634253877},&quot;rotate&quot;:-0.6060692939642072},&quot;type&quot;:&quot;FIGURE_OBJECT&quot;,&quot;id&quot;:&quot;e9c573c3-3d6b-4487-b633-6a954e4d5a1f&quot;,&quot;opacity&quot;:0.9,&quot;path&quot;:{&quot;type&quot;:&quot;POLY_LINE&quot;,&quot;points&quot;:[{&quot;x&quot;:-342.6845085423776,&quot;y&quot;:44.042477308122976},{&quot;x&quot;:-338.1383823132101,&quot;y&quot;:15.138661243705734}],&quot;closed&quot;:false},&quot;pathStyles&quot;:[{&quot;type&quot;:&quot;FILL&quot;,&quot;fillStyle&quot;:&quot;rgba(0,0,0,0)&quot;},{&quot;type&quot;:&quot;STROKE&quot;,&quot;strokeStyle&quot;:&quot;#FFFFFF&quot;,&quot;lineWidth&quot;:1.8827153569340216,&quot;lineJoin&quot;:&quot;round&quot;,&quot;dashArray&quot;:[2]}],&quot;isLocked&quot;:false,&quot;parent&quot;:{&quot;type&quot;:&quot;CHILD&quot;,&quot;parentId&quot;:&quot;97ec9e57-384f-4e42-b657-f1518baad6b3&quot;,&quot;order&quot;:&quot;9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a9eb032a-80a2-4bd9-97db-f88221eb90d1&quot;:{&quot;relativeTransform&quot;:{&quot;translate&quot;:{&quot;x&quot;:1.7853983906350477,&quot;y&quot;:90.48989521012433},&quot;rotate&quot;:0},&quot;type&quot;:&quot;FIGURE_OBJECT&quot;,&quot;id&quot;:&quot;a9eb032a-80a2-4bd9-97db-f88221eb90d1&quot;,&quot;opacity&quot;:0.9,&quot;path&quot;:{&quot;type&quot;:&quot;POLY_LINE&quot;,&quot;points&quot;:[{&quot;x&quot;:43.762388031933604,&quot;y&quot;:-116.69899717533461},{&quot;x&quot;:21.225056651179315,&quot;y&quot;:-111.84437264523831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97ec9e57-384f-4e42-b657-f1518baad6b3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244ec5f8-71c5-418c-b337-172fe4c4a2c9&quot;:{&quot;relativeTransform&quot;:{&quot;translate&quot;:{&quot;x&quot;:-203.37324952695795,&quot;y&quot;:-279.94513223113995},&quot;rotate&quot;:-2.250172117657949},&quot;type&quot;:&quot;FIGURE_OBJECT&quot;,&quot;id&quot;:&quot;244ec5f8-71c5-418c-b337-172fe4c4a2c9&quot;,&quot;opacity&quot;:0.9,&quot;path&quot;:{&quot;type&quot;:&quot;POLY_LINE&quot;,&quot;points&quot;:[{&quot;x&quot;:-339.95047901315655,&quot;y&quot;:40.68769124049616},{&quot;x&quot;:-340.5631910329,&quot;y&quot;:15.28930618405184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97ec9e57-384f-4e42-b657-f1518baad6b3&quot;,&quot;order&quot;:&quot;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c6cdf95d-24e8-4245-a638-f9fe3693f555&quot;:{&quot;relativeTransform&quot;:{&quot;translate&quot;:{&quot;x&quot;:-228.43492300349808,&quot;y&quot;:211.13224537939715},&quot;rotate&quot;:2.4170560683763984},&quot;type&quot;:&quot;FIGURE_OBJECT&quot;,&quot;id&quot;:&quot;c6cdf95d-24e8-4245-a638-f9fe3693f555&quot;,&quot;opacity&quot;:0.9,&quot;path&quot;:{&quot;type&quot;:&quot;POLY_LINE&quot;,&quot;points&quot;:[{&quot;x&quot;:-343.5323395781416,&quot;y&quot;:37.17114927040114},{&quot;x&quot;:-340.64667735963485,&quot;y&quot;:13.917215932105375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97ec9e57-384f-4e42-b657-f1518baad6b3&quot;,&quot;order&quot;:&quot;5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115f6274-485a-4fce-9306-dc403563350b&quot;:{&quot;relativeTransform&quot;:{&quot;translate&quot;:{&quot;x&quot;:-71.10932216903315,&quot;y&quot;:314.2985346928229},&quot;rotate&quot;:1.8713575773958304},&quot;type&quot;:&quot;FIGURE_OBJECT&quot;,&quot;id&quot;:&quot;115f6274-485a-4fce-9306-dc403563350b&quot;,&quot;opacity&quot;:0.9,&quot;path&quot;:{&quot;type&quot;:&quot;POLY_LINE&quot;,&quot;points&quot;:[{&quot;x&quot;:-334.30829406233727,&quot;y&quot;:35.54097839168735},{&quot;x&quot;:-347.47159092829077,&quot;y&quot;:16.212173167050477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97ec9e57-384f-4e42-b657-f1518baad6b3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46066b6e-ed63-462c-bb88-e0378c49d33f&quot;:{&quot;relativeTransform&quot;:{&quot;translate&quot;:{&quot;x&quot;:-313.88956214700966,&quot;y&quot;:-44.70544773609972},&quot;rotate&quot;:-3.030077293035203},&quot;type&quot;:&quot;FIGURE_OBJECT&quot;,&quot;id&quot;:&quot;46066b6e-ed63-462c-bb88-e0378c49d33f&quot;,&quot;opacity&quot;:0.9,&quot;path&quot;:{&quot;type&quot;:&quot;POLY_LINE&quot;,&quot;points&quot;:[{&quot;x&quot;:-334.07379904098667,&quot;y&quot;:43.816559109933515},{&quot;x&quot;:-333.8849423649694,&quot;y&quot;:19.57405574468947}],&quot;closed&quot;:false},&quot;pathStyles&quot;:[{&quot;type&quot;:&quot;FILL&quot;,&quot;fillStyle&quot;:&quot;rgba(0,0,0,0)&quot;},{&quot;type&quot;:&quot;STROKE&quot;,&quot;strokeStyle&quot;:&quot;#FFFFFF&quot;,&quot;lineWidth&quot;:1.8827153569340216,&quot;lineJoin&quot;:&quot;round&quot;,&quot;dashArray&quot;:[2]}],&quot;isLocked&quot;:false,&quot;parent&quot;:{&quot;type&quot;:&quot;CHILD&quot;,&quot;parentId&quot;:&quot;97ec9e57-384f-4e42-b657-f1518baad6b3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5754d024-1f3c-4b34-b67a-b0956a9e08f3&quot;:{&quot;relativeTransform&quot;:{&quot;translate&quot;:{&quot;x&quot;:1.7853983906350477,&quot;y&quot;:90.48989521012433},&quot;rotate&quot;:0},&quot;type&quot;:&quot;FIGURE_OBJECT&quot;,&quot;id&quot;:&quot;5754d024-1f3c-4b34-b67a-b0956a9e08f3&quot;,&quot;opacity&quot;:0.9,&quot;path&quot;:{&quot;type&quot;:&quot;POLY_LINE&quot;,&quot;points&quot;:[{&quot;x&quot;:17.900522381255165,&quot;y&quot;:-86.14190962874198},{&quot;x&quot;:17.900522381255165,&quot;y&quot;:-107.76577535405683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97ec9e57-384f-4e42-b657-f1518baad6b3&quot;,&quot;order&quot;:&quot;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2875a908-53dc-4b97-abd2-a300d56c74d3&quot;:{&quot;type&quot;:&quot;FIGURE_OBJECT&quot;,&quot;id&quot;:&quot;2875a908-53dc-4b97-abd2-a300d56c74d3&quot;,&quot;relativeTransform&quot;:{&quot;translate&quot;:{&quot;x&quot;:19.718589181344786,&quot;y&quot;:-22.104990864785613},&quot;rotate&quot;:0},&quot;opacity&quot;:1,&quot;path&quot;:{&quot;type&quot;:&quot;ELLIPSE&quot;,&quot;size&quot;:{&quot;x&quot;:1.8137870319440643,&quot;y&quot;:2.585921863814722}},&quot;isLocked&quot;:false,&quot;pathStyles&quot;:[{&quot;type&quot;:&quot;FILL&quot;,&quot;fillStyle&quot;:&quot;#EEF4FB&quot;},{&quot;type&quot;:&quot;STROKE&quot;,&quot;strokeStyle&quot;:&quot;rgba(114,190,183,1)&quot;,&quot;lineWidth&quot;:1.8827153569340218,&quot;lineJoin&quot;:&quot;round&quot;}],&quot;parent&quot;:{&quot;type&quot;:&quot;CHILD&quot;,&quot;parentId&quot;:&quot;97ec9e57-384f-4e42-b657-f1518baad6b3&quot;,&quot;order&quot;:&quot;2&quot;}},&quot;55425997-662e-43e1-95d8-8d9cbb0be9f5&quot;:{&quot;type&quot;:&quot;FIGURE_OBJECT&quot;,&quot;id&quot;:&quot;55425997-662e-43e1-95d8-8d9cbb0be9f5&quot;,&quot;relativeTransform&quot;:{&quot;translate&quot;:{&quot;x&quot;:18.485027233292392,&quot;y&quot;:-23.663953063363028},&quot;rotate&quot;:0},&quot;opacity&quot;:0.53,&quot;path&quot;:{&quot;type&quot;:&quot;POLY_LINE&quot;,&quot;points&quot;:[{&quot;x&quot;:-39.49609393483986,&quot;y&quot;:-31.477680436433136},{&quot;x&quot;:-47.91040407208105,&quot;y&quot;:1.8625948451155887},{&quot;x&quot;:-11.415376783423445,&quot;y&quot;:12.60193239933802},{&quot;x&quot;:5.029536977922019,&quot;y&quot;:17.7634393982983},{&quot;x&quot;:21.07387298749333,&quot;y&quot;:22.09229928465482},{&quot;x&quot;:33.361765504928734,&quot;y&quot;:26.46369662582463},{&quot;x&quot;:37.65321961805468,&quot;y&quot;:26.46369662582463},{&quot;x&quot;:38.20945617765293,&quot;y&quot;:25.00656417876802},{&quot;x&quot;:38.01243254185041,&quot;y&quot;:25.097069215267155},{&quot;x&quot;:45.635383269513476,&quot;y&quot;:3.8283665395662014},{&quot;x&quot;:16.9853673162424,&quot;y&quot;:-8.507480555257985}],&quot;closed&quot;:true},&quot;pathStyles&quot;:[{&quot;type&quot;:&quot;FILL&quot;,&quot;fillStyle&quot;:&quot;rgba(100, 54, 40, 1)&quot;},{&quot;type&quot;:&quot;STROKE&quot;,&quot;strokeStyle&quot;:&quot;rgba(0,0,0,0)&quot;,&quot;lineWidth&quot;:1.8827153569340218,&quot;lineJoin&quot;:&quot;round&quot;}],&quot;isLocked&quot;:false,&quot;parent&quot;:{&quot;type&quot;:&quot;CHILD&quot;,&quot;parentId&quot;:&quot;97ec9e57-384f-4e42-b657-f1518baad6b3&quot;,&quot;order&quot;:&quot;1&quot;},&quot;connectorInfo&quot;:{&quot;type&quot;:&quot;ELBOW&quot;,&quot;offset&quot;:{&quot;x&quot;:0,&quot;y&quot;:0},&quot;bending&quot;:0.1,&quot;customized&quot;:true}},&quot;54f42073-d1d4-4923-8d4c-380d42d3c69b&quot;:{&quot;type&quot;:&quot;FIGURE_OBJECT&quot;,&quot;id&quot;:&quot;54f42073-d1d4-4923-8d4c-380d42d3c69b&quot;,&quot;parent&quot;:{&quot;type&quot;:&quot;CHILD&quot;,&quot;parentId&quot;:&quot;97ec9e57-384f-4e42-b657-f1518baad6b3&quot;,&quot;order&quot;:&quot;05&quot;},&quot;relativeTransform&quot;:{&quot;translate&quot;:{&quot;x&quot;:306.73041850925887,&quot;y&quot;:81.21979143505048},&quot;rotate&quot;:0}},&quot;e7da73b0-3e21-4643-96d3-8bc0f3f482a5&quot;:{&quot;type&quot;:&quot;FIGURE_OBJECT&quot;,&quot;id&quot;:&quot;e7da73b0-3e21-4643-96d3-8bc0f3f482a5&quot;,&quot;parent&quot;:{&quot;type&quot;:&quot;CROP&quot;,&quot;parentId&quot;:&quot;54f42073-d1d4-4923-8d4c-380d42d3c69b&quot;,&quot;order&quot;:&quot;5&quot;},&quot;relativeTransform&quot;:{&quot;translate&quot;:{&quot;x&quot;:-291.1711054283376,&quot;y&quot;:-107.52063693499494},&quot;rotate&quot;:0,&quot;skewX&quot;:0,&quot;scale&quot;:{&quot;x&quot;:60.91366460404451,&quot;y&quot;:63.3080428531607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a1b58a2b-37fa-45d6-aacf-441257c4f429&quot;:{&quot;id&quot;:&quot;a1b58a2b-37fa-45d6-aacf-441257c4f429&quot;,&quot;name&quot;:&quot;image.png&quot;,&quot;type&quot;:&quot;FIGURE_OBJECT&quot;,&quot;relativeTransform&quot;:{&quot;translate&quot;:{&quot;x&quot;:-291.1711054283376,&quot;y&quot;:-107.52063693499494},&quot;rotate&quot;:0,&quot;skewX&quot;:0,&quot;scale&quot;:{&quot;x&quot;:0.45572445370433307,&quot;y&quot;:0.4736379502347579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54f42073-d1d4-4923-8d4c-380d42d3c69b&quot;,&quot;order&quot;:&quot;5&quot;},&quot;styles&quot;:{&quot;editable&quot;:[{&quot;styleName&quot;:&quot;MONOCHROME_COLOR&quot;,&quot;index&quot;:0,&quot;color&quot;:&quot;#BBBBBC&quot;}]}},&quot;130bfc0f-5030-44f0-bfdf-dc9fde73be6b&quot;:{&quot;type&quot;:&quot;FIGURE_OBJECT&quot;,&quot;id&quot;:&quot;130bfc0f-5030-44f0-bfdf-dc9fde73be6b&quot;,&quot;parent&quot;:{&quot;type&quot;:&quot;CHILD&quot;,&quot;parentId&quot;:&quot;84f2a5bc-b559-497b-887b-dd4e7df16aac&quot;,&quot;order&quot;:&quot;5&quot;},&quot;relativeTransform&quot;:{&quot;translate&quot;:{&quot;x&quot;:37.06204315669093,&quot;y&quot;:593.6680625948322},&quot;rotate&quot;:0,&quot;skewX&quot;:0,&quot;scale&quot;:{&quot;x&quot;:1,&quot;y&quot;:1}}},&quot;d0fe227a-97b9-43aa-ad59-feaa89740e14&quot;:{&quot;type&quot;:&quot;FIGURE_OBJECT&quot;,&quot;id&quot;:&quot;d0fe227a-97b9-43aa-ad59-feaa89740e14&quot;,&quot;relativeTransform&quot;:{&quot;translate&quot;:{&quot;x&quot;:-19.454725354984898,&quot;y&quot;:146.9031940653085},&quot;rotate&quot;:0.31578440987121326,&quot;skewX&quot;:0.022606602368692597},&quot;opacity&quot;:1,&quot;path&quot;:{&quot;type&quot;:&quot;ELLIPSE&quot;,&quot;size&quot;:{&quot;x&quot;:17.763000371462805,&quot;y&quot;:32.67043590148488}},&quot;isLocked&quot;:false,&quot;pathStyles&quot;:[{&quot;type&quot;:&quot;FILL&quot;,&quot;fillStyle&quot;:&quot;rgba(102, 55, 42, 1)&quot;},{&quot;type&quot;:&quot;STROKE&quot;,&quot;strokeStyle&quot;:&quot;rgba(102, 55, 42, 1)&quot;,&quot;lineWidth&quot;:2.654255048443799,&quot;lineJoin&quot;:&quot;round&quot;}],&quot;parent&quot;:{&quot;type&quot;:&quot;CHILD&quot;,&quot;parentId&quot;:&quot;130bfc0f-5030-44f0-bfdf-dc9fde73be6b&quot;,&quot;order&quot;:&quot;8&quot;},&quot;layout&quot;:{&quot;sizeRatio&quot;:{&quot;x&quot;:0.7071067811865476,&quot;y&quot;:0.7071067811865476},&quot;keepAspectRatio&quot;:true}},&quot;4cf5fec6-7533-43c3-9eb8-f64c8f7c078c&quot;:{&quot;id&quot;:&quot;4cf5fec6-7533-43c3-9eb8-f64c8f7c078c&quot;,&quot;type&quot;:&quot;FIGURE_OBJECT&quot;,&quot;relativeTransform&quot;:{&quot;translate&quot;:{&quot;x&quot;:0,&quot;y&quot;:0},&quot;rotate&quot;:0,&quot;skewX&quot;:0.02260660236869259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7.572009998050866,&quot;color&quot;:&quot;black&quot;,&quot;fontWeight&quot;:&quot;normal&quot;,&quot;fontStyle&quot;:&quot;normal&quot;,&quot;decoration&quot;:&quot;none&quot;}}]},&quot;format&quot;:&quot;BETTER_TEXT&quot;,&quot;size&quot;:{&quot;x&quot;:12.560338016880513,&quot;y&quot;:20.709868926274243},&quot;targetSize&quot;:{&quot;x&quot;:12.560338016880513,&quot;y&quot;:2}},&quot;parent&quot;:{&quot;type&quot;:&quot;CHILD&quot;,&quot;parentId&quot;:&quot;d0fe227a-97b9-43aa-ad59-feaa89740e14&quot;,&quot;order&quot;:&quot;5&quot;}},&quot;f316307d-79e4-4cf2-ac14-62912427dc6e&quot;:{&quot;relativeTransform&quot;:{&quot;translate&quot;:{&quot;x&quot;:297.43034501599107,&quot;y&quot;:-36.44005088675714},&quot;rotate&quot;:-0.6060692939642072},&quot;type&quot;:&quot;FIGURE_OBJECT&quot;,&quot;id&quot;:&quot;f316307d-79e4-4cf2-ac14-62912427dc6e&quot;,&quot;opacity&quot;:0.9,&quot;path&quot;:{&quot;type&quot;:&quot;POLY_LINE&quot;,&quot;points&quot;:[{&quot;x&quot;:-336.30177954967695,&quot;y&quot;:31.98162842331428},{&quot;x&quot;:-339.17652968275104,&quot;y&quot;:14.915126862599289}],&quot;closed&quot;:false},&quot;pathStyles&quot;:[{&quot;type&quot;:&quot;FILL&quot;,&quot;fillStyle&quot;:&quot;rgba(0,0,0,0)&quot;},{&quot;type&quot;:&quot;STROKE&quot;,&quot;strokeStyle&quot;:&quot;#FFFFFF&quot;,&quot;lineWidth&quot;:1.8827153569340216,&quot;lineJoin&quot;:&quot;round&quot;,&quot;dashArray&quot;:[2]}],&quot;isLocked&quot;:false,&quot;parent&quot;:{&quot;type&quot;:&quot;CHILD&quot;,&quot;parentId&quot;:&quot;130bfc0f-5030-44f0-bfdf-dc9fde73be6b&quot;,&quot;order&quot;:&quot;7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7defe7b7-fad5-40c7-9d7c-952ff808c9fe&quot;:{&quot;relativeTransform&quot;:{&quot;translate&quot;:{&quot;x&quot;:7.157390264050383,&quot;y&quot;:277.82450774875497},&quot;rotate&quot;:0},&quot;type&quot;:&quot;FIGURE_OBJECT&quot;,&quot;id&quot;:&quot;7defe7b7-fad5-40c7-9d7c-952ff808c9fe&quot;,&quot;opacity&quot;:0.9,&quot;path&quot;:{&quot;type&quot;:&quot;POLY_LINE&quot;,&quot;points&quot;:[{&quot;x&quot;:45.72354978414365,&quot;y&quot;:-103.24654334280841},{&quot;x&quot;:21.225056651179315,&quot;y&quot;:-111.84437264523831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130bfc0f-5030-44f0-bfdf-dc9fde73be6b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a91bb04e-f9a8-4b0e-9326-6c508a94a1f7&quot;:{&quot;relativeTransform&quot;:{&quot;translate&quot;:{&quot;x&quot;:-198.45705407614514,&quot;y&quot;:-94.27471059275662},&quot;rotate&quot;:-2.250172117657949},&quot;type&quot;:&quot;FIGURE_OBJECT&quot;,&quot;id&quot;:&quot;a91bb04e-f9a8-4b0e-9326-6c508a94a1f7&quot;,&quot;opacity&quot;:0.9,&quot;path&quot;:{&quot;type&quot;:&quot;POLY_LINE&quot;,&quot;points&quot;:[{&quot;x&quot;:-341.2330142409775,&quot;y&quot;:24.36008330089677},{&quot;x&quot;:-340.5631910329,&quot;y&quot;:15.28930618405184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130bfc0f-5030-44f0-bfdf-dc9fde73be6b&quot;,&quot;order&quot;:&quot;6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c2297b44-8fd8-45c4-b7be-8ecb696d7bba&quot;:{&quot;relativeTransform&quot;:{&quot;translate&quot;:{&quot;x&quot;:-223.1307088829324,&quot;y&quot;:397.3733772030504},&quot;rotate&quot;:2.4170560683763984},&quot;type&quot;:&quot;FIGURE_OBJECT&quot;,&quot;id&quot;:&quot;c2297b44-8fd8-45c4-b7be-8ecb696d7bba&quot;,&quot;opacity&quot;:0.9,&quot;path&quot;:{&quot;type&quot;:&quot;POLY_LINE&quot;,&quot;points&quot;:[{&quot;x&quot;:-337.7803342121545,&quot;y&quot;:37.64013914078394},{&quot;x&quot;:-340.64667735963485,&quot;y&quot;:13.917215932105375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130bfc0f-5030-44f0-bfdf-dc9fde73be6b&quot;,&quot;order&quot;:&quot;5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4ed7c7c0-b1e1-4f62-b69a-5bce38ec4e41&quot;:{&quot;relativeTransform&quot;:{&quot;translate&quot;:{&quot;x&quot;:-65.73733029561782,&quot;y&quot;:501.63314723145356},&quot;rotate&quot;:1.8713575773958304},&quot;type&quot;:&quot;FIGURE_OBJECT&quot;,&quot;id&quot;:&quot;4ed7c7c0-b1e1-4f62-b69a-5bce38ec4e41&quot;,&quot;opacity&quot;:0.9,&quot;path&quot;:{&quot;type&quot;:&quot;POLY_LINE&quot;,&quot;points&quot;:[{&quot;x&quot;:-347.0996186187187,&quot;y&quot;:39.71098673136204},{&quot;x&quot;:-347.47159092829077,&quot;y&quot;:16.212173167050477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130bfc0f-5030-44f0-bfdf-dc9fde73be6b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2792e983-2e86-45c5-ae4e-ac2c3e765316&quot;:{&quot;relativeTransform&quot;:{&quot;translate&quot;:{&quot;x&quot;:270.9769597895405,&quot;y&quot;:400.6380275343847},&quot;rotate&quot;:0.7997914139111888},&quot;type&quot;:&quot;FIGURE_OBJECT&quot;,&quot;id&quot;:&quot;2792e983-2e86-45c5-ae4e-ac2c3e765316&quot;,&quot;opacity&quot;:0.9,&quot;path&quot;:{&quot;type&quot;:&quot;POLY_LINE&quot;,&quot;points&quot;:[{&quot;x&quot;:-346.58724183114873,&quot;y&quot;:29.453427495068357},{&quot;x&quot;:-340.2537732778049,&quot;y&quot;:16.254240146691227}],&quot;closed&quot;:false},&quot;pathStyles&quot;:[{&quot;type&quot;:&quot;FILL&quot;,&quot;fillStyle&quot;:&quot;rgba(0,0,0,0)&quot;},{&quot;type&quot;:&quot;STROKE&quot;,&quot;strokeStyle&quot;:&quot;#FFFFFF&quot;,&quot;lineWidth&quot;:1.9075032306765494,&quot;lineJoin&quot;:&quot;round&quot;,&quot;dashArray&quot;:[2]}],&quot;isLocked&quot;:false,&quot;parent&quot;:{&quot;type&quot;:&quot;CHILD&quot;,&quot;parentId&quot;:&quot;130bfc0f-5030-44f0-bfdf-dc9fde73be6b&quot;,&quot;order&quot;:&quot;3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fdd909c7-4f2c-499e-9fc0-ea411218005f&quot;:{&quot;relativeTransform&quot;:{&quot;translate&quot;:{&quot;x&quot;:-308.97336669619676,&quot;y&quot;:140.96497390228356},&quot;rotate&quot;:-3.030077293035203},&quot;type&quot;:&quot;FIGURE_OBJECT&quot;,&quot;id&quot;:&quot;fdd909c7-4f2c-499e-9fc0-ea411218005f&quot;,&quot;opacity&quot;:0.9,&quot;path&quot;:{&quot;type&quot;:&quot;POLY_LINE&quot;,&quot;points&quot;:[{&quot;x&quot;:-334.86357171884123,&quot;y&quot;:27.187494535038056},{&quot;x&quot;:-333.8849423649694,&quot;y&quot;:19.57405574468947}],&quot;closed&quot;:false},&quot;pathStyles&quot;:[{&quot;type&quot;:&quot;FILL&quot;,&quot;fillStyle&quot;:&quot;rgba(0,0,0,0)&quot;},{&quot;type&quot;:&quot;STROKE&quot;,&quot;strokeStyle&quot;:&quot;#FFFFFF&quot;,&quot;lineWidth&quot;:1.8827153569340216,&quot;lineJoin&quot;:&quot;round&quot;,&quot;dashArray&quot;:[2]}],&quot;isLocked&quot;:false,&quot;parent&quot;:{&quot;type&quot;:&quot;CHILD&quot;,&quot;parentId&quot;:&quot;130bfc0f-5030-44f0-bfdf-dc9fde73be6b&quot;,&quot;order&quot;:&quot;2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524b3432-f0e2-42ab-b4ca-7a3fd85ff141&quot;:{&quot;relativeTransform&quot;:{&quot;translate&quot;:{&quot;x&quot;:6.701593841447875,&quot;y&quot;:276.1603168485076},&quot;rotate&quot;:0},&quot;type&quot;:&quot;FIGURE_OBJECT&quot;,&quot;id&quot;:&quot;524b3432-f0e2-42ab-b4ca-7a3fd85ff141&quot;,&quot;opacity&quot;:0.9,&quot;path&quot;:{&quot;type&quot;:&quot;POLY_LINE&quot;,&quot;points&quot;:[{&quot;x&quot;:17.900522381255165,&quot;y&quot;:-99.80203432635736},{&quot;x&quot;:17.900522381255165,&quot;y&quot;:-107.76577535405683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130bfc0f-5030-44f0-bfdf-dc9fde73be6b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f72a97b0-4d01-4ac9-920f-43a8887765aa&quot;:{&quot;type&quot;:&quot;FIGURE_OBJECT&quot;,&quot;id&quot;:&quot;f72a97b0-4d01-4ac9-920f-43a8887765aa&quot;,&quot;relativeTransform&quot;:{&quot;translate&quot;:{&quot;x&quot;:24.634784632157615,&quot;y&quot;:163.56543077359768},&quot;rotate&quot;:0},&quot;opacity&quot;:1,&quot;path&quot;:{&quot;type&quot;:&quot;ELLIPSE&quot;,&quot;size&quot;:{&quot;x&quot;:1.8137870319440643,&quot;y&quot;:2.585921863814722}},&quot;isLocked&quot;:false,&quot;pathStyles&quot;:[{&quot;type&quot;:&quot;FILL&quot;,&quot;fillStyle&quot;:&quot;#EEF4FB&quot;},{&quot;type&quot;:&quot;STROKE&quot;,&quot;strokeStyle&quot;:&quot;rgba(114,190,183,1)&quot;,&quot;lineWidth&quot;:1.8827153569340218,&quot;lineJoin&quot;:&quot;round&quot;}],&quot;parent&quot;:{&quot;type&quot;:&quot;CHILD&quot;,&quot;parentId&quot;:&quot;130bfc0f-5030-44f0-bfdf-dc9fde73be6b&quot;,&quot;order&quot;:&quot;1&quot;}},&quot;4b9df546-ff2b-499d-ace5-fd8c12e8e1bb&quot;:{&quot;type&quot;:&quot;FIGURE_OBJECT&quot;,&quot;id&quot;:&quot;4b9df546-ff2b-499d-ace5-fd8c12e8e1bb&quot;,&quot;parent&quot;:{&quot;type&quot;:&quot;CHILD&quot;,&quot;parentId&quot;:&quot;130bfc0f-5030-44f0-bfdf-dc9fde73be6b&quot;,&quot;order&quot;:&quot;05&quot;},&quot;relativeTransform&quot;:{&quot;translate&quot;:{&quot;x&quot;:6.701593841447875,&quot;y&quot;:276.1603168485076},&quot;rotate&quot;:0}},&quot;a043cc3b-345d-45a3-8b58-d4f4513cfae1&quot;:{&quot;type&quot;:&quot;FIGURE_OBJECT&quot;,&quot;id&quot;:&quot;a043cc3b-345d-45a3-8b58-d4f4513cfae1&quot;,&quot;relativeTransform&quot;:{&quot;translate&quot;:{&quot;x&quot;:16.699628842657344,&quot;y&quot;:-114.15384827348734},&quot;rotate&quot;:0},&quot;opacity&quot;:0.53,&quot;path&quot;:{&quot;type&quot;:&quot;POLY_LINE&quot;,&quot;points&quot;:[{&quot;x&quot;:-39.49609393483986,&quot;y&quot;:-31.477680436433136},{&quot;x&quot;:-47.91040407208105,&quot;y&quot;:1.8625948451155887},{&quot;x&quot;:-11.415376783423445,&quot;y&quot;:12.60193239933802},{&quot;x&quot;:5.029536977922019,&quot;y&quot;:17.7634393982983},{&quot;x&quot;:21.07387298749333,&quot;y&quot;:22.09229928465482},{&quot;x&quot;:33.361765504928734,&quot;y&quot;:26.46369662582463},{&quot;x&quot;:37.65321961805468,&quot;y&quot;:26.46369662582463},{&quot;x&quot;:38.20945617765293,&quot;y&quot;:25.00656417876802},{&quot;x&quot;:38.01243254185041,&quot;y&quot;:25.097069215267155},{&quot;x&quot;:45.635383269513476,&quot;y&quot;:3.8283665395662014},{&quot;x&quot;:16.9853673162424,&quot;y&quot;:-8.507480555257985}],&quot;closed&quot;:true},&quot;pathStyles&quot;:[{&quot;type&quot;:&quot;FILL&quot;,&quot;fillStyle&quot;:&quot;rgba(100, 54, 40, 1)&quot;},{&quot;type&quot;:&quot;STROKE&quot;,&quot;strokeStyle&quot;:&quot;rgba(0,0,0,0)&quot;,&quot;lineWidth&quot;:1.8827153569340218,&quot;lineJoin&quot;:&quot;round&quot;}],&quot;isLocked&quot;:false,&quot;parent&quot;:{&quot;type&quot;:&quot;CHILD&quot;,&quot;parentId&quot;:&quot;4b9df546-ff2b-499d-ace5-fd8c12e8e1bb&quot;,&quot;order&quot;:&quot;7&quot;},&quot;connectorInfo&quot;:{&quot;type&quot;:&quot;ELBOW&quot;,&quot;offset&quot;:{&quot;x&quot;:0,&quot;y&quot;:0},&quot;bending&quot;:0.1,&quot;customized&quot;:true}},&quot;7a1d12e0-7217-4cd5-a19f-47a2150d0e24&quot;:{&quot;type&quot;:&quot;FIGURE_OBJECT&quot;,&quot;id&quot;:&quot;7a1d12e0-7217-4cd5-a19f-47a2150d0e24&quot;,&quot;relativeTransform&quot;:{&quot;translate&quot;:{&quot;x&quot;:57.09947819329567,&quot;y&quot;:-98.34017818400046},&quot;rotate&quot;:0.31578440987121326,&quot;skewX&quot;:0.02260660236869241},&quot;opacity&quot;:1,&quot;path&quot;:{&quot;type&quot;:&quot;ELLIPSE&quot;,&quot;size&quot;:{&quot;x&quot;:11.497434872328432,&quot;y&quot;:23.329743945997983}},&quot;isLocked&quot;:false,&quot;pathStyles&quot;:[{&quot;type&quot;:&quot;FILL&quot;,&quot;fillStyle&quot;:&quot;rgba(102, 55, 42, 1)&quot;},{&quot;type&quot;:&quot;STROKE&quot;,&quot;strokeStyle&quot;:&quot;rgba(102, 55, 42, 1)&quot;,&quot;lineWidth&quot;:1.8827153569340216,&quot;lineJoin&quot;:&quot;round&quot;}],&quot;parent&quot;:{&quot;type&quot;:&quot;CHILD&quot;,&quot;parentId&quot;:&quot;4b9df546-ff2b-499d-ace5-fd8c12e8e1bb&quot;,&quot;order&quot;:&quot;6&quot;}},&quot;05070638-4a27-4454-b877-8b52312f03d2&quot;:{&quot;type&quot;:&quot;FIGURE_OBJECT&quot;,&quot;id&quot;:&quot;05070638-4a27-4454-b877-8b52312f03d2&quot;,&quot;relativeTransform&quot;:{&quot;translate&quot;:{&quot;x&quot;:14.363440101023226,&quot;y&quot;:-91.45542099357837},&quot;rotate&quot;:0},&quot;opacity&quot;:1,&quot;path&quot;:{&quot;type&quot;:&quot;POLY_LINE&quot;,&quot;points&quot;:[{&quot;x&quot;:-45.689439747121114,&quot;y&quot;:-20.971743293472766},{&quot;x&quot;:37.85894993406817,&quot;y&quot;:4.253740176211934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4b9df546-ff2b-499d-ace5-fd8c12e8e1bb&quot;,&quot;order&quot;:&quot;5&quot;},&quot;connectorInfo&quot;:{&quot;type&quot;:&quot;LINE&quot;,&quot;offset&quot;:{&quot;x&quot;:0,&quot;y&quot;:0},&quot;bending&quot;:0.1,&quot;customized&quot;:false}},&quot;172355c3-29cb-47ca-b213-ec6c32545bf6&quot;:{&quot;type&quot;:&quot;FIGURE_OBJECT&quot;,&quot;id&quot;:&quot;172355c3-29cb-47ca-b213-ec6c32545bf6&quot;,&quot;relativeTransform&quot;:{&quot;translate&quot;:{&quot;x&quot;:26.808229538951835,&quot;y&quot;:-124.63459698194632},&quot;rotate&quot;:0},&quot;opacity&quot;:1,&quot;path&quot;:{&quot;type&quot;:&quot;POLY_LINE&quot;,&quot;points&quot;:[{&quot;x&quot;:-48.80155742488115,&quot;y&quot;:-20.71491373519136},{&quot;x&quot;:33.982317000818,&quot;y&quot;:14.334302835914379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4b9df546-ff2b-499d-ace5-fd8c12e8e1bb&quot;,&quot;order&quot;:&quot;2&quot;},&quot;connectorInfo&quot;:{&quot;type&quot;:&quot;LINE&quot;,&quot;offset&quot;:{&quot;x&quot;:0,&quot;y&quot;:0},&quot;bending&quot;:0.1,&quot;customized&quot;:false}},&quot;a15ff5f8-21f8-4b33-9561-a024f184ae4b&quot;:{&quot;type&quot;:&quot;FIGURE_OBJECT&quot;,&quot;id&quot;:&quot;a15ff5f8-21f8-4b33-9561-a024f184ae4b&quot;,&quot;parent&quot;:{&quot;type&quot;:&quot;CHILD&quot;,&quot;parentId&quot;:&quot;4b9df546-ff2b-499d-ace5-fd8c12e8e1bb&quot;,&quot;order&quot;:&quot;1&quot;},&quot;relativeTransform&quot;:{&quot;translate&quot;:{&quot;x&quot;:304.9450201186238,&quot;y&quot;:-9.270103775073844},&quot;rotate&quot;:0}},&quot;2f87af56-7803-4bc2-b919-1446f9a6e79a&quot;:{&quot;type&quot;:&quot;FIGURE_OBJECT&quot;,&quot;id&quot;:&quot;2f87af56-7803-4bc2-b919-1446f9a6e79a&quot;,&quot;parent&quot;:{&quot;type&quot;:&quot;CROP&quot;,&quot;parentId&quot;:&quot;a15ff5f8-21f8-4b33-9561-a024f184ae4b&quot;,&quot;order&quot;:&quot;5&quot;},&quot;relativeTransform&quot;:{&quot;translate&quot;:{&quot;x&quot;:-291.1711054283376,&quot;y&quot;:-107.52063693499494},&quot;rotate&quot;:0,&quot;skewX&quot;:0,&quot;scale&quot;:{&quot;x&quot;:60.91366460404451,&quot;y&quot;:63.3080428531607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9110572b-b16a-4383-9f78-cbbe0003bd37&quot;:{&quot;id&quot;:&quot;9110572b-b16a-4383-9f78-cbbe0003bd37&quot;,&quot;name&quot;:&quot;image.png&quot;,&quot;type&quot;:&quot;FIGURE_OBJECT&quot;,&quot;relativeTransform&quot;:{&quot;translate&quot;:{&quot;x&quot;:-291.1711054283376,&quot;y&quot;:-107.52063693499494},&quot;rotate&quot;:0,&quot;skewX&quot;:0,&quot;scale&quot;:{&quot;x&quot;:0.45572445370433307,&quot;y&quot;:0.4736379502347579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a15ff5f8-21f8-4b33-9561-a024f184ae4b&quot;,&quot;order&quot;:&quot;5&quot;},&quot;styles&quot;:{&quot;editable&quot;:[{&quot;styleName&quot;:&quot;MONOCHROME_COLOR&quot;,&quot;index&quot;:0,&quot;color&quot;:&quot;#BBBBBC&quot;}]}},&quot;0543f258-68a0-4535-9fcd-6f8545da3067&quot;:{&quot;type&quot;:&quot;FIGURE_OBJECT&quot;,&quot;id&quot;:&quot;0543f258-68a0-4535-9fcd-6f8545da3067&quot;,&quot;parent&quot;:{&quot;type&quot;:&quot;CHILD&quot;,&quot;parentId&quot;:&quot;84f2a5bc-b559-497b-887b-dd4e7df16aac&quot;,&quot;order&quot;:&quot;2&quot;},&quot;relativeTransform&quot;:{&quot;translate&quot;:{&quot;x&quot;:45.600231743612255,&quot;y&quot;:555.9018998577209},&quot;rotate&quot;:0,&quot;skewX&quot;:0,&quot;scale&quot;:{&quot;x&quot;:1,&quot;y&quot;:1}}},&quot;e60f2bfa-8650-4642-945e-9e2ab73e1b5c&quot;:{&quot;type&quot;:&quot;FIGURE_OBJECT&quot;,&quot;id&quot;:&quot;e60f2bfa-8650-4642-945e-9e2ab73e1b5c&quot;,&quot;relativeTransform&quot;:{&quot;translate&quot;:{&quot;x&quot;:-27.939660985199637,&quot;y&quot;:51.216274279324665},&quot;rotate&quot;:0.31578440987121326,&quot;skewX&quot;:0.022606602368692597},&quot;opacity&quot;:1,&quot;path&quot;:{&quot;type&quot;:&quot;ELLIPSE&quot;,&quot;size&quot;:{&quot;x&quot;:17.763000371462805,&quot;y&quot;:32.67043590148488}},&quot;isLocked&quot;:false,&quot;pathStyles&quot;:[{&quot;type&quot;:&quot;FILL&quot;,&quot;fillStyle&quot;:&quot;rgba(102, 55, 42, 1)&quot;},{&quot;type&quot;:&quot;STROKE&quot;,&quot;strokeStyle&quot;:&quot;rgba(102, 55, 42, 1)&quot;,&quot;lineWidth&quot;:2.654255048443799,&quot;lineJoin&quot;:&quot;round&quot;}],&quot;parent&quot;:{&quot;type&quot;:&quot;CHILD&quot;,&quot;parentId&quot;:&quot;0543f258-68a0-4535-9fcd-6f8545da3067&quot;,&quot;order&quot;:&quot;8&quot;}},&quot;26fb6993-0c96-43a5-8da4-1399b48b5a9b&quot;:{&quot;relativeTransform&quot;:{&quot;translate&quot;:{&quot;x&quot;:288.86828400736914,&quot;y&quot;:-134.50913003637592},&quot;rotate&quot;:-0.6060692939642072},&quot;type&quot;:&quot;FIGURE_OBJECT&quot;,&quot;id&quot;:&quot;26fb6993-0c96-43a5-8da4-1399b48b5a9b&quot;,&quot;opacity&quot;:0.9,&quot;path&quot;:{&quot;type&quot;:&quot;POLY_LINE&quot;,&quot;points&quot;:[{&quot;x&quot;:-325.40345591051806,&quot;y&quot;:47.33989168661358},{&quot;x&quot;:-339.17652968275104,&quot;y&quot;:14.915126862599289}],&quot;closed&quot;:false},&quot;pathStyles&quot;:[{&quot;type&quot;:&quot;FILL&quot;,&quot;fillStyle&quot;:&quot;rgba(0,0,0,0)&quot;},{&quot;type&quot;:&quot;STROKE&quot;,&quot;strokeStyle&quot;:&quot;#FFFFFF&quot;,&quot;lineWidth&quot;:1.8827153569340216,&quot;lineJoin&quot;:&quot;round&quot;,&quot;dashArray&quot;:[2]}],&quot;isLocked&quot;:false,&quot;parent&quot;:{&quot;type&quot;:&quot;CHILD&quot;,&quot;parentId&quot;:&quot;0543f258-68a0-4535-9fcd-6f8545da3067&quot;,&quot;order&quot;:&quot;7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e0d477d2-0ac3-4b19-a1aa-028866c24664&quot;:{&quot;relativeTransform&quot;:{&quot;translate&quot;:{&quot;x&quot;:-1.8358125613094196,&quot;y&quot;:180.5707288638076},&quot;rotate&quot;:0},&quot;type&quot;:&quot;FIGURE_OBJECT&quot;,&quot;id&quot;:&quot;e0d477d2-0ac3-4b19-a1aa-028866c24664&quot;,&quot;opacity&quot;:0.9,&quot;path&quot;:{&quot;type&quot;:&quot;POLY_LINE&quot;,&quot;points&quot;:[{&quot;x&quot;:56.11770707085683,&quot;y&quot;:-108.74981991066002},{&quot;x&quot;:21.225056651179315,&quot;y&quot;:-111.84437264523831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0543f258-68a0-4535-9fcd-6f8545da3067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83a0570c-d5e7-4d95-8b07-d779984ed137&quot;:{&quot;relativeTransform&quot;:{&quot;translate&quot;:{&quot;x&quot;:-206.9944604789024,&quot;y&quot;:-189.86429857745668},&quot;rotate&quot;:-2.250172117657949},&quot;type&quot;:&quot;FIGURE_OBJECT&quot;,&quot;id&quot;:&quot;83a0570c-d5e7-4d95-8b07-d779984ed137&quot;,&quot;opacity&quot;:0.9,&quot;path&quot;:{&quot;type&quot;:&quot;POLY_LINE&quot;,&quot;points&quot;:[{&quot;x&quot;:-370.23349438409986,&quot;y&quot;:52.02682445341844},{&quot;x&quot;:-341.30251867924363,&quot;y&quot;:16.20473541283653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0543f258-68a0-4535-9fcd-6f8545da3067&quot;,&quot;order&quot;:&quot;6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e5366aa4-bffa-4fab-90d9-10887864c78e&quot;:{&quot;relativeTransform&quot;:{&quot;translate&quot;:{&quot;x&quot;:-232.12391170829216,&quot;y&quot;:300.119598318103},&quot;rotate&quot;:2.4170560683763984},&quot;type&quot;:&quot;FIGURE_OBJECT&quot;,&quot;id&quot;:&quot;e5366aa4-bffa-4fab-90d9-10887864c78e&quot;,&quot;opacity&quot;:0.9,&quot;path&quot;:{&quot;type&quot;:&quot;POLY_LINE&quot;,&quot;points&quot;:[{&quot;x&quot;:-333.19925399196734,&quot;y&quot;:57.749629584333626},{&quot;x&quot;:-340.64667735963485,&quot;y&quot;:13.917215932105375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0543f258-68a0-4535-9fcd-6f8545da3067&quot;,&quot;order&quot;:&quot;5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098dba55-2e88-45d7-bc02-f2e613cef4b7&quot;:{&quot;relativeTransform&quot;:{&quot;translate&quot;:{&quot;x&quot;:-74.73053312097763,&quot;y&quot;:404.37936834650606},&quot;rotate&quot;:1.8713575773958304},&quot;type&quot;:&quot;FIGURE_OBJECT&quot;,&quot;id&quot;:&quot;098dba55-2e88-45d7-bc02-f2e613cef4b7&quot;,&quot;opacity&quot;:0.9,&quot;path&quot;:{&quot;type&quot;:&quot;POLY_LINE&quot;,&quot;points&quot;:[{&quot;x&quot;:-332.5735370669307,&quot;y&quot;:56.972590964948736},{&quot;x&quot;:-347.47159092829077,&quot;y&quot;:16.212173167050477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0543f258-68a0-4535-9fcd-6f8545da3067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2702ad71-c484-4dae-bc16-daf5b1db109c&quot;:{&quot;relativeTransform&quot;:{&quot;translate&quot;:{&quot;x&quot;:261.98375696418066,&quot;y&quot;:303.3842486494374},&quot;rotate&quot;:0.7997914139111888},&quot;type&quot;:&quot;FIGURE_OBJECT&quot;,&quot;id&quot;:&quot;2702ad71-c484-4dae-bc16-daf5b1db109c&quot;,&quot;opacity&quot;:0.9,&quot;path&quot;:{&quot;type&quot;:&quot;POLY_LINE&quot;,&quot;points&quot;:[{&quot;x&quot;:-358.56581868075165,&quot;y&quot;:57.8303292581502},{&quot;x&quot;:-340.2537732778049,&quot;y&quot;:16.254240146691227}],&quot;closed&quot;:false},&quot;pathStyles&quot;:[{&quot;type&quot;:&quot;FILL&quot;,&quot;fillStyle&quot;:&quot;rgba(0,0,0,0)&quot;},{&quot;type&quot;:&quot;STROKE&quot;,&quot;strokeStyle&quot;:&quot;#FFFFFF&quot;,&quot;lineWidth&quot;:1.9075032306765494,&quot;lineJoin&quot;:&quot;round&quot;,&quot;dashArray&quot;:[2]}],&quot;isLocked&quot;:false,&quot;parent&quot;:{&quot;type&quot;:&quot;CHILD&quot;,&quot;parentId&quot;:&quot;0543f258-68a0-4535-9fcd-6f8545da3067&quot;,&quot;order&quot;:&quot;3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4e146b0c-607f-4880-9b16-a4250fe4190e&quot;:{&quot;relativeTransform&quot;:{&quot;translate&quot;:{&quot;x&quot;:-317.51077309895413,&quot;y&quot;:45.37538591758352},&quot;rotate&quot;:-3.030077293035203},&quot;type&quot;:&quot;FIGURE_OBJECT&quot;,&quot;id&quot;:&quot;4e146b0c-607f-4880-9b16-a4250fe4190e&quot;,&quot;opacity&quot;:0.9,&quot;path&quot;:{&quot;type&quot;:&quot;POLY_LINE&quot;,&quot;points&quot;:[{&quot;x&quot;:-296.37947237366575,&quot;y&quot;:59.69525325808591},{&quot;x&quot;:-333.8849423649694,&quot;y&quot;:19.57405574468947}],&quot;closed&quot;:false},&quot;pathStyles&quot;:[{&quot;type&quot;:&quot;FILL&quot;,&quot;fillStyle&quot;:&quot;rgba(0,0,0,0)&quot;},{&quot;type&quot;:&quot;STROKE&quot;,&quot;strokeStyle&quot;:&quot;#FFFFFF&quot;,&quot;lineWidth&quot;:1.8827153569340216,&quot;lineJoin&quot;:&quot;round&quot;,&quot;dashArray&quot;:[2]}],&quot;isLocked&quot;:false,&quot;parent&quot;:{&quot;type&quot;:&quot;CHILD&quot;,&quot;parentId&quot;:&quot;0543f258-68a0-4535-9fcd-6f8545da3067&quot;,&quot;order&quot;:&quot;2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10ff9a09-91cd-41a0-932e-c1717fbe7efb&quot;:{&quot;relativeTransform&quot;:{&quot;translate&quot;:{&quot;x&quot;:-1.8358125613094196,&quot;y&quot;:180.5707288638076},&quot;rotate&quot;:0},&quot;type&quot;:&quot;FIGURE_OBJECT&quot;,&quot;id&quot;:&quot;10ff9a09-91cd-41a0-932e-c1717fbe7efb&quot;,&quot;opacity&quot;:0.9,&quot;path&quot;:{&quot;type&quot;:&quot;POLY_LINE&quot;,&quot;points&quot;:[{&quot;x&quot;:57.51598977589795,&quot;y&quot;:-80.02715788668463},{&quot;x&quot;:17.900522381255165,&quot;y&quot;:-107.76577535405683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0543f258-68a0-4535-9fcd-6f8545da3067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c3262c7f-bc0c-4561-af65-317579c42054&quot;:{&quot;type&quot;:&quot;FIGURE_OBJECT&quot;,&quot;id&quot;:&quot;c3262c7f-bc0c-4561-af65-317579c42054&quot;,&quot;relativeTransform&quot;:{&quot;translate&quot;:{&quot;x&quot;:16.09737822940032,&quot;y&quot;:67.97584278889762},&quot;rotate&quot;:0},&quot;opacity&quot;:1,&quot;path&quot;:{&quot;type&quot;:&quot;ELLIPSE&quot;,&quot;size&quot;:{&quot;x&quot;:1.8137870319440643,&quot;y&quot;:2.585921863814722}},&quot;isLocked&quot;:false,&quot;pathStyles&quot;:[{&quot;type&quot;:&quot;FILL&quot;,&quot;fillStyle&quot;:&quot;#EEF4FB&quot;},{&quot;type&quot;:&quot;STROKE&quot;,&quot;strokeStyle&quot;:&quot;rgba(114,190,183,1)&quot;,&quot;lineWidth&quot;:1.8827153569340218,&quot;lineJoin&quot;:&quot;round&quot;}],&quot;parent&quot;:{&quot;type&quot;:&quot;CHILD&quot;,&quot;parentId&quot;:&quot;0543f258-68a0-4535-9fcd-6f8545da3067&quot;,&quot;order&quot;:&quot;1&quot;}},&quot;63c57801-4162-42cb-8bdf-72832345460e&quot;:{&quot;type&quot;:&quot;FIGURE_OBJECT&quot;,&quot;id&quot;:&quot;63c57801-4162-42cb-8bdf-72832345460e&quot;,&quot;parent&quot;:{&quot;type&quot;:&quot;CHILD&quot;,&quot;parentId&quot;:&quot;0543f258-68a0-4535-9fcd-6f8545da3067&quot;,&quot;order&quot;:&quot;05&quot;},&quot;relativeTransform&quot;:{&quot;translate&quot;:{&quot;x&quot;:-1.8358125613094196,&quot;y&quot;:180.5707288638076},&quot;rotate&quot;:0}},&quot;c6fcfc34-5b5b-4d46-9425-dd75f587ef3c&quot;:{&quot;type&quot;:&quot;FIGURE_OBJECT&quot;,&quot;id&quot;:&quot;c6fcfc34-5b5b-4d46-9425-dd75f587ef3c&quot;,&quot;relativeTransform&quot;:{&quot;translate&quot;:{&quot;x&quot;:16.699628842657344,&quot;y&quot;:-114.15384827348734},&quot;rotate&quot;:0},&quot;opacity&quot;:0.53,&quot;path&quot;:{&quot;type&quot;:&quot;POLY_LINE&quot;,&quot;points&quot;:[{&quot;x&quot;:-39.49609393483986,&quot;y&quot;:-31.477680436433136},{&quot;x&quot;:-47.91040407208105,&quot;y&quot;:1.8625948451155887},{&quot;x&quot;:-11.415376783423445,&quot;y&quot;:12.60193239933802},{&quot;x&quot;:5.029536977922019,&quot;y&quot;:17.7634393982983},{&quot;x&quot;:21.07387298749333,&quot;y&quot;:22.09229928465482},{&quot;x&quot;:33.361765504928734,&quot;y&quot;:26.46369662582463},{&quot;x&quot;:37.65321961805468,&quot;y&quot;:26.46369662582463},{&quot;x&quot;:38.20945617765293,&quot;y&quot;:25.00656417876802},{&quot;x&quot;:38.01243254185041,&quot;y&quot;:25.097069215267155},{&quot;x&quot;:45.635383269513476,&quot;y&quot;:3.8283665395662014},{&quot;x&quot;:16.9853673162424,&quot;y&quot;:-8.507480555257985}],&quot;closed&quot;:true},&quot;pathStyles&quot;:[{&quot;type&quot;:&quot;FILL&quot;,&quot;fillStyle&quot;:&quot;rgba(100, 54, 40, 1)&quot;},{&quot;type&quot;:&quot;STROKE&quot;,&quot;strokeStyle&quot;:&quot;rgba(0,0,0,0)&quot;,&quot;lineWidth&quot;:1.8827153569340218,&quot;lineJoin&quot;:&quot;round&quot;}],&quot;isLocked&quot;:false,&quot;parent&quot;:{&quot;type&quot;:&quot;CHILD&quot;,&quot;parentId&quot;:&quot;63c57801-4162-42cb-8bdf-72832345460e&quot;,&quot;order&quot;:&quot;7&quot;},&quot;connectorInfo&quot;:{&quot;type&quot;:&quot;ELBOW&quot;,&quot;offset&quot;:{&quot;x&quot;:0,&quot;y&quot;:0},&quot;bending&quot;:0.1,&quot;customized&quot;:true}},&quot;304c3ce6-8818-4f3d-8c2c-6f0d2f7c2152&quot;:{&quot;type&quot;:&quot;FIGURE_OBJECT&quot;,&quot;id&quot;:&quot;304c3ce6-8818-4f3d-8c2c-6f0d2f7c2152&quot;,&quot;relativeTransform&quot;:{&quot;translate&quot;:{&quot;x&quot;:57.09947819329567,&quot;y&quot;:-98.34017818400046},&quot;rotate&quot;:0.31578440987121326,&quot;skewX&quot;:0.02260660236869241},&quot;opacity&quot;:1,&quot;path&quot;:{&quot;type&quot;:&quot;ELLIPSE&quot;,&quot;size&quot;:{&quot;x&quot;:11.497434872328432,&quot;y&quot;:23.329743945997983}},&quot;isLocked&quot;:false,&quot;pathStyles&quot;:[{&quot;type&quot;:&quot;FILL&quot;,&quot;fillStyle&quot;:&quot;rgba(102, 55, 42, 1)&quot;},{&quot;type&quot;:&quot;STROKE&quot;,&quot;strokeStyle&quot;:&quot;rgba(102, 55, 42, 1)&quot;,&quot;lineWidth&quot;:1.8827153569340216,&quot;lineJoin&quot;:&quot;round&quot;}],&quot;parent&quot;:{&quot;type&quot;:&quot;CHILD&quot;,&quot;parentId&quot;:&quot;63c57801-4162-42cb-8bdf-72832345460e&quot;,&quot;order&quot;:&quot;6&quot;}},&quot;771f3c15-3cc8-4870-8df8-4b464121fdcb&quot;:{&quot;type&quot;:&quot;FIGURE_OBJECT&quot;,&quot;id&quot;:&quot;771f3c15-3cc8-4870-8df8-4b464121fdcb&quot;,&quot;relativeTransform&quot;:{&quot;translate&quot;:{&quot;x&quot;:14.363440101023226,&quot;y&quot;:-91.45542099357837},&quot;rotate&quot;:0},&quot;opacity&quot;:1,&quot;path&quot;:{&quot;type&quot;:&quot;POLY_LINE&quot;,&quot;points&quot;:[{&quot;x&quot;:-45.689439747121114,&quot;y&quot;:-20.971743293472766},{&quot;x&quot;:37.85894993406817,&quot;y&quot;:4.253740176211934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63c57801-4162-42cb-8bdf-72832345460e&quot;,&quot;order&quot;:&quot;5&quot;},&quot;connectorInfo&quot;:{&quot;type&quot;:&quot;LINE&quot;,&quot;offset&quot;:{&quot;x&quot;:0,&quot;y&quot;:0},&quot;bending&quot;:0.1,&quot;customized&quot;:false}},&quot;1efa622e-31c6-4ade-916a-2a2cf6dcbd24&quot;:{&quot;type&quot;:&quot;FIGURE_OBJECT&quot;,&quot;id&quot;:&quot;1efa622e-31c6-4ade-916a-2a2cf6dcbd24&quot;,&quot;relativeTransform&quot;:{&quot;translate&quot;:{&quot;x&quot;:26.808229538951835,&quot;y&quot;:-124.63459698194632},&quot;rotate&quot;:0},&quot;opacity&quot;:1,&quot;path&quot;:{&quot;type&quot;:&quot;POLY_LINE&quot;,&quot;points&quot;:[{&quot;x&quot;:-48.80155742488115,&quot;y&quot;:-20.71491373519136},{&quot;x&quot;:33.982317000818,&quot;y&quot;:14.334302835914379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63c57801-4162-42cb-8bdf-72832345460e&quot;,&quot;order&quot;:&quot;2&quot;},&quot;connectorInfo&quot;:{&quot;type&quot;:&quot;LINE&quot;,&quot;offset&quot;:{&quot;x&quot;:0,&quot;y&quot;:0},&quot;bending&quot;:0.1,&quot;customized&quot;:false}},&quot;60430c5d-7d06-417c-b71e-33ae331564eb&quot;:{&quot;type&quot;:&quot;FIGURE_OBJECT&quot;,&quot;id&quot;:&quot;60430c5d-7d06-417c-b71e-33ae331564eb&quot;,&quot;parent&quot;:{&quot;type&quot;:&quot;CHILD&quot;,&quot;parentId&quot;:&quot;63c57801-4162-42cb-8bdf-72832345460e&quot;,&quot;order&quot;:&quot;1&quot;},&quot;relativeTransform&quot;:{&quot;translate&quot;:{&quot;x&quot;:304.9450201186238,&quot;y&quot;:-9.270103775073844},&quot;rotate&quot;:0}},&quot;6845391c-4a27-477b-84b8-5f7ac94ca809&quot;:{&quot;type&quot;:&quot;FIGURE_OBJECT&quot;,&quot;id&quot;:&quot;6845391c-4a27-477b-84b8-5f7ac94ca809&quot;,&quot;parent&quot;:{&quot;type&quot;:&quot;CROP&quot;,&quot;parentId&quot;:&quot;60430c5d-7d06-417c-b71e-33ae331564eb&quot;,&quot;order&quot;:&quot;5&quot;},&quot;relativeTransform&quot;:{&quot;translate&quot;:{&quot;x&quot;:-291.1711054283376,&quot;y&quot;:-107.52063693499494},&quot;rotate&quot;:0,&quot;skewX&quot;:0,&quot;scale&quot;:{&quot;x&quot;:60.91366460404451,&quot;y&quot;:63.3080428531607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82cba8e4-4f50-487d-8351-4df98f2ab5bf&quot;:{&quot;id&quot;:&quot;82cba8e4-4f50-487d-8351-4df98f2ab5bf&quot;,&quot;name&quot;:&quot;image.png&quot;,&quot;type&quot;:&quot;FIGURE_OBJECT&quot;,&quot;relativeTransform&quot;:{&quot;translate&quot;:{&quot;x&quot;:-291.1711054283376,&quot;y&quot;:-107.52063693499494},&quot;rotate&quot;:0,&quot;skewX&quot;:0,&quot;scale&quot;:{&quot;x&quot;:0.45572445370433307,&quot;y&quot;:0.4736379502347579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60430c5d-7d06-417c-b71e-33ae331564eb&quot;,&quot;order&quot;:&quot;5&quot;},&quot;styles&quot;:{&quot;editable&quot;:[{&quot;styleName&quot;:&quot;MONOCHROME_COLOR&quot;,&quot;index&quot;:0,&quot;color&quot;:&quot;#BBBBBC&quot;}]}},&quot;a0316285-6654-410a-9cc3-cd79b1eddf27&quot;:{&quot;type&quot;:&quot;FIGURE_OBJECT&quot;,&quot;id&quot;:&quot;a0316285-6654-410a-9cc3-cd79b1eddf27&quot;,&quot;parent&quot;:{&quot;type&quot;:&quot;CHILD&quot;,&quot;parentId&quot;:&quot;84f2a5bc-b559-497b-887b-dd4e7df16aac&quot;,&quot;order&quot;:&quot;1&quot;},&quot;relativeTransform&quot;:{&quot;translate&quot;:{&quot;x&quot;:43.7639640887186,&quot;y&quot;:516.6118232536476},&quot;rotate&quot;:0,&quot;skewX&quot;:0,&quot;scale&quot;:{&quot;x&quot;:1,&quot;y&quot;:1}}},&quot;72a97c10-3711-4263-b8b0-5f65536507be&quot;:{&quot;type&quot;:&quot;FIGURE_OBJECT&quot;,&quot;id&quot;:&quot;72a97c10-3711-4263-b8b0-5f65536507be&quot;,&quot;relativeTransform&quot;:{&quot;translate&quot;:{&quot;x&quot;:-26.594390394286282,&quot;y&quot;:-129.1268608589287},&quot;rotate&quot;:0.31578440987121326,&quot;skewX&quot;:0.022606602368692597},&quot;opacity&quot;:1,&quot;path&quot;:{&quot;type&quot;:&quot;ELLIPSE&quot;,&quot;size&quot;:{&quot;x&quot;:17.763000371462805,&quot;y&quot;:32.67043590148488}},&quot;isLocked&quot;:false,&quot;pathStyles&quot;:[{&quot;type&quot;:&quot;FILL&quot;,&quot;fillStyle&quot;:&quot;rgba(102, 55, 42, 1)&quot;},{&quot;type&quot;:&quot;STROKE&quot;,&quot;strokeStyle&quot;:&quot;rgba(102, 55, 42, 1)&quot;,&quot;lineWidth&quot;:2.654255048443799,&quot;lineJoin&quot;:&quot;round&quot;}],&quot;parent&quot;:{&quot;type&quot;:&quot;CHILD&quot;,&quot;parentId&quot;:&quot;a0316285-6654-410a-9cc3-cd79b1eddf27&quot;,&quot;order&quot;:&quot;8&quot;}},&quot;e18f0332-870a-43b3-bcff-d353442425ac&quot;:{&quot;relativeTransform&quot;:{&quot;translate&quot;:{&quot;x&quot;:290.2729547519407,&quot;y&quot;:-314.2645586355121},&quot;rotate&quot;:-0.6060692939642072},&quot;type&quot;:&quot;FIGURE_OBJECT&quot;,&quot;id&quot;:&quot;e18f0332-870a-43b3-bcff-d353442425ac&quot;,&quot;opacity&quot;:0.9,&quot;path&quot;:{&quot;type&quot;:&quot;POLY_LINE&quot;,&quot;points&quot;:[{&quot;x&quot;:-341.78709632991206,&quot;y&quot;:38.960585522711305},{&quot;x&quot;:-339.17652968275104,&quot;y&quot;:14.915126862599289}],&quot;closed&quot;:false},&quot;pathStyles&quot;:[{&quot;type&quot;:&quot;FILL&quot;,&quot;fillStyle&quot;:&quot;rgba(0,0,0,0)&quot;},{&quot;type&quot;:&quot;STROKE&quot;,&quot;strokeStyle&quot;:&quot;rgba(255,255,255,1)&quot;,&quot;lineWidth&quot;:1.8827153569340216,&quot;lineJoin&quot;:&quot;round&quot;,&quot;dashArray&quot;:[2]}],&quot;isLocked&quot;:false,&quot;parent&quot;:{&quot;type&quot;:&quot;CHILD&quot;,&quot;parentId&quot;:&quot;a0316285-6654-410a-9cc3-cd79b1eddf27&quot;,&quot;order&quot;:&quot;7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089e2338-ffd3-4b14-92b8-ef4c88639fbc&quot;:{&quot;relativeTransform&quot;:{&quot;translate&quot;:{&quot;x&quot;:0,&quot;y&quot;:0},&quot;rotate&quot;:0},&quot;type&quot;:&quot;FIGURE_OBJECT&quot;,&quot;id&quot;:&quot;089e2338-ffd3-4b14-92b8-ef4c88639fbc&quot;,&quot;opacity&quot;:0.9,&quot;path&quot;:{&quot;type&quot;:&quot;POLY_LINE&quot;,&quot;points&quot;:[{&quot;x&quot;:45.72354978414365,&quot;y&quot;:-103.24654334280841},{&quot;x&quot;:21.225056651179315,&quot;y&quot;:-111.84437264523831}],&quot;closed&quot;:false},&quot;pathStyles&quot;:[{&quot;type&quot;:&quot;FILL&quot;,&quot;fillStyle&quot;:&quot;rgba(0,0,0,0)&quot;},{&quot;type&quot;:&quot;STROKE&quot;,&quot;strokeStyle&quot;:&quot;rgba(255,255,255,1)&quot;,&quot;lineWidth&quot;:1.8827153569340218,&quot;lineJoin&quot;:&quot;round&quot;,&quot;dashArray&quot;:[2]}],&quot;isLocked&quot;:false,&quot;parent&quot;:{&quot;type&quot;:&quot;CHILD&quot;,&quot;parentId&quot;:&quot;a0316285-6654-410a-9cc3-cd79b1eddf27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67bfc605-51ad-4936-8c50-b6dd04d455d0&quot;:{&quot;relativeTransform&quot;:{&quot;translate&quot;:{&quot;x&quot;:-205.158647917593,&quot;y&quot;:-370.43502744126425},&quot;rotate&quot;:-2.250172117657949},&quot;type&quot;:&quot;FIGURE_OBJECT&quot;,&quot;id&quot;:&quot;67bfc605-51ad-4936-8c50-b6dd04d455d0&quot;,&quot;opacity&quot;:0.9,&quot;path&quot;:{&quot;type&quot;:&quot;POLY_LINE&quot;,&quot;points&quot;:[{&quot;x&quot;:-340.62208127652104,&quot;y&quot;:35.355600445534435},{&quot;x&quot;:-340.5631910329,&quot;y&quot;:15.28930618405184}],&quot;closed&quot;:false},&quot;pathStyles&quot;:[{&quot;type&quot;:&quot;FILL&quot;,&quot;fillStyle&quot;:&quot;rgba(0,0,0,0)&quot;},{&quot;type&quot;:&quot;STROKE&quot;,&quot;strokeStyle&quot;:&quot;rgba(255,255,255,1)&quot;,&quot;lineWidth&quot;:1.8827153569340218,&quot;lineJoin&quot;:&quot;round&quot;,&quot;dashArray&quot;:[2]}],&quot;isLocked&quot;:false,&quot;parent&quot;:{&quot;type&quot;:&quot;CHILD&quot;,&quot;parentId&quot;:&quot;a0316285-6654-410a-9cc3-cd79b1eddf27&quot;,&quot;order&quot;:&quot;6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de7ed4d5-661f-4000-81fa-e617320ac4e1&quot;:{&quot;relativeTransform&quot;:{&quot;translate&quot;:{&quot;x&quot;:-230.28809914698277,&quot;y&quot;:119.54886945429541},&quot;rotate&quot;:2.4170560683763984},&quot;type&quot;:&quot;FIGURE_OBJECT&quot;,&quot;id&quot;:&quot;de7ed4d5-661f-4000-81fa-e617320ac4e1&quot;,&quot;opacity&quot;:0.9,&quot;path&quot;:{&quot;type&quot;:&quot;POLY_LINE&quot;,&quot;points&quot;:[{&quot;x&quot;:-345.1534544651772,&quot;y&quot;:39.00265600093436},{&quot;x&quot;:-340.64667735963485,&quot;y&quot;:13.917215932105375}],&quot;closed&quot;:false},&quot;pathStyles&quot;:[{&quot;type&quot;:&quot;FILL&quot;,&quot;fillStyle&quot;:&quot;rgba(0,0,0,0)&quot;},{&quot;type&quot;:&quot;STROKE&quot;,&quot;strokeStyle&quot;:&quot;rgba(255,255,255,1)&quot;,&quot;lineWidth&quot;:1.8827153569340218,&quot;lineJoin&quot;:&quot;round&quot;,&quot;dashArray&quot;:[4]}],&quot;isLocked&quot;:false,&quot;parent&quot;:{&quot;type&quot;:&quot;CHILD&quot;,&quot;parentId&quot;:&quot;a0316285-6654-410a-9cc3-cd79b1eddf27&quot;,&quot;order&quot;:&quot;5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ab5362de-66d6-4287-ba05-fcf9ff6e0869&quot;:{&quot;relativeTransform&quot;:{&quot;translate&quot;:{&quot;x&quot;:-72.8947205596682,&quot;y&quot;:223.8086394826985},&quot;rotate&quot;:1.8713575773958304},&quot;type&quot;:&quot;FIGURE_OBJECT&quot;,&quot;id&quot;:&quot;ab5362de-66d6-4287-ba05-fcf9ff6e0869&quot;,&quot;opacity&quot;:0.9,&quot;path&quot;:{&quot;type&quot;:&quot;POLY_LINE&quot;,&quot;points&quot;:[{&quot;x&quot;:-347.0996186187187,&quot;y&quot;:39.71098673136204},{&quot;x&quot;:-347.47159092829077,&quot;y&quot;:16.212173167050477}],&quot;closed&quot;:false},&quot;pathStyles&quot;:[{&quot;type&quot;:&quot;FILL&quot;,&quot;fillStyle&quot;:&quot;rgba(0,0,0,0)&quot;},{&quot;type&quot;:&quot;STROKE&quot;,&quot;strokeStyle&quot;:&quot;rgba(255,255,255,1)&quot;,&quot;lineWidth&quot;:1.8827153569340218,&quot;lineJoin&quot;:&quot;round&quot;,&quot;dashArray&quot;:[2]}],&quot;isLocked&quot;:false,&quot;parent&quot;:{&quot;type&quot;:&quot;CHILD&quot;,&quot;parentId&quot;:&quot;a0316285-6654-410a-9cc3-cd79b1eddf27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1ef92cb7-a963-4f2e-b757-d4c6b2420d87&quot;:{&quot;relativeTransform&quot;:{&quot;translate&quot;:{&quot;x&quot;:263.8195695254901,&quot;y&quot;:122.81351978562972},&quot;rotate&quot;:0.7997914139111888},&quot;type&quot;:&quot;FIGURE_OBJECT&quot;,&quot;id&quot;:&quot;1ef92cb7-a963-4f2e-b757-d4c6b2420d87&quot;,&quot;opacity&quot;:0.9,&quot;path&quot;:{&quot;type&quot;:&quot;POLY_LINE&quot;,&quot;points&quot;:[{&quot;x&quot;:-338.8480063389528,&quot;y&quot;:38.70654745221953},{&quot;x&quot;:-340.2537732778049,&quot;y&quot;:16.254240146691227}],&quot;closed&quot;:false},&quot;pathStyles&quot;:[{&quot;type&quot;:&quot;FILL&quot;,&quot;fillStyle&quot;:&quot;rgba(0,0,0,0)&quot;},{&quot;type&quot;:&quot;STROKE&quot;,&quot;strokeStyle&quot;:&quot;rgba(255,255,255,1)&quot;,&quot;lineWidth&quot;:1.9075032306765494,&quot;lineJoin&quot;:&quot;round&quot;,&quot;dashArray&quot;:[2]}],&quot;isLocked&quot;:false,&quot;parent&quot;:{&quot;type&quot;:&quot;CHILD&quot;,&quot;parentId&quot;:&quot;a0316285-6654-410a-9cc3-cd79b1eddf27&quot;,&quot;order&quot;:&quot;3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7e8e30fc-bc6b-44b2-b5f4-af344b1a46bd&quot;:{&quot;relativeTransform&quot;:{&quot;translate&quot;:{&quot;x&quot;:-315.67496053764467,&quot;y&quot;:-135.19534294622406},&quot;rotate&quot;:-3.030077293035203},&quot;type&quot;:&quot;FIGURE_OBJECT&quot;,&quot;id&quot;:&quot;7e8e30fc-bc6b-44b2-b5f4-af344b1a46bd&quot;,&quot;opacity&quot;:0.9,&quot;path&quot;:{&quot;type&quot;:&quot;POLY_LINE&quot;,&quot;points&quot;:[{&quot;x&quot;:-334.07379904098667,&quot;y&quot;:43.81655910993345},{&quot;x&quot;:-333.8849423649694,&quot;y&quot;:19.57405574468944}],&quot;closed&quot;:false},&quot;pathStyles&quot;:[{&quot;type&quot;:&quot;FILL&quot;,&quot;fillStyle&quot;:&quot;rgba(0,0,0,0)&quot;},{&quot;type&quot;:&quot;STROKE&quot;,&quot;strokeStyle&quot;:&quot;rgba(255,255,255,1)&quot;,&quot;lineWidth&quot;:1.8827153569340216,&quot;lineJoin&quot;:&quot;round&quot;,&quot;dashArray&quot;:[2]}],&quot;isLocked&quot;:false,&quot;parent&quot;:{&quot;type&quot;:&quot;CHILD&quot;,&quot;parentId&quot;:&quot;a0316285-6654-410a-9cc3-cd79b1eddf27&quot;,&quot;order&quot;:&quot;2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5cbfd16e-944d-4785-a294-0e97d93b0188&quot;:{&quot;relativeTransform&quot;:{&quot;translate&quot;:{&quot;x&quot;:0,&quot;y&quot;:0},&quot;rotate&quot;:0},&quot;type&quot;:&quot;FIGURE_OBJECT&quot;,&quot;id&quot;:&quot;5cbfd16e-944d-4785-a294-0e97d93b0188&quot;,&quot;opacity&quot;:0.9,&quot;path&quot;:{&quot;type&quot;:&quot;POLY_LINE&quot;,&quot;points&quot;:[{&quot;x&quot;:17.900522381255165,&quot;y&quot;:-86.14190962874198},{&quot;x&quot;:17.900522381255165,&quot;y&quot;:-107.76577535405683}],&quot;closed&quot;:false},&quot;pathStyles&quot;:[{&quot;type&quot;:&quot;FILL&quot;,&quot;fillStyle&quot;:&quot;rgba(0,0,0,0)&quot;},{&quot;type&quot;:&quot;STROKE&quot;,&quot;strokeStyle&quot;:&quot;rgba(255,255,255,1)&quot;,&quot;lineWidth&quot;:1.8827153569340218,&quot;lineJoin&quot;:&quot;round&quot;,&quot;dashArray&quot;:[2]}],&quot;isLocked&quot;:false,&quot;parent&quot;:{&quot;type&quot;:&quot;CHILD&quot;,&quot;parentId&quot;:&quot;a0316285-6654-410a-9cc3-cd79b1eddf27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897f6804-c0e1-49ae-86e4-4465cb0a536d&quot;:{&quot;type&quot;:&quot;FIGURE_OBJECT&quot;,&quot;id&quot;:&quot;897f6804-c0e1-49ae-86e4-4465cb0a536d&quot;,&quot;relativeTransform&quot;:{&quot;translate&quot;:{&quot;x&quot;:17.933190790709737,&quot;y&quot;:-112.59488607490994},&quot;rotate&quot;:0},&quot;opacity&quot;:1,&quot;path&quot;:{&quot;type&quot;:&quot;ELLIPSE&quot;,&quot;size&quot;:{&quot;x&quot;:1.8137870319440643,&quot;y&quot;:2.585921863814722}},&quot;isLocked&quot;:false,&quot;pathStyles&quot;:[{&quot;type&quot;:&quot;FILL&quot;,&quot;fillStyle&quot;:&quot;#EEF4FB&quot;},{&quot;type&quot;:&quot;STROKE&quot;,&quot;strokeStyle&quot;:&quot;rgba(114,190,183,1)&quot;,&quot;lineWidth&quot;:1.8827153569340218,&quot;lineJoin&quot;:&quot;round&quot;}],&quot;parent&quot;:{&quot;type&quot;:&quot;CHILD&quot;,&quot;parentId&quot;:&quot;a0316285-6654-410a-9cc3-cd79b1eddf27&quot;,&quot;order&quot;:&quot;1&quot;}},&quot;fbcb9d0e-f1fd-4558-b7ad-55f84ee1a5c6&quot;:{&quot;type&quot;:&quot;FIGURE_OBJECT&quot;,&quot;id&quot;:&quot;fbcb9d0e-f1fd-4558-b7ad-55f84ee1a5c6&quot;,&quot;parent&quot;:{&quot;type&quot;:&quot;CHILD&quot;,&quot;parentId&quot;:&quot;a0316285-6654-410a-9cc3-cd79b1eddf27&quot;,&quot;order&quot;:&quot;05&quot;},&quot;relativeTransform&quot;:{&quot;translate&quot;:{&quot;x&quot;:0,&quot;y&quot;:0},&quot;rotate&quot;:0}},&quot;87e47737-706d-4a65-9405-8d317042eb0c&quot;:{&quot;type&quot;:&quot;FIGURE_OBJECT&quot;,&quot;id&quot;:&quot;87e47737-706d-4a65-9405-8d317042eb0c&quot;,&quot;relativeTransform&quot;:{&quot;translate&quot;:{&quot;x&quot;:16.699628842657344,&quot;y&quot;:-114.15384827348734},&quot;rotate&quot;:0},&quot;opacity&quot;:0.53,&quot;path&quot;:{&quot;type&quot;:&quot;POLY_LINE&quot;,&quot;points&quot;:[{&quot;x&quot;:-39.49609393483986,&quot;y&quot;:-31.477680436433136},{&quot;x&quot;:-47.91040407208105,&quot;y&quot;:1.8625948451155887},{&quot;x&quot;:-11.415376783423445,&quot;y&quot;:12.60193239933802},{&quot;x&quot;:5.029536977922019,&quot;y&quot;:17.7634393982983},{&quot;x&quot;:21.07387298749333,&quot;y&quot;:22.09229928465482},{&quot;x&quot;:33.361765504928734,&quot;y&quot;:26.46369662582463},{&quot;x&quot;:37.65321961805468,&quot;y&quot;:26.46369662582463},{&quot;x&quot;:38.20945617765293,&quot;y&quot;:25.00656417876802},{&quot;x&quot;:38.01243254185041,&quot;y&quot;:25.097069215267155},{&quot;x&quot;:45.635383269513476,&quot;y&quot;:3.8283665395662014},{&quot;x&quot;:16.9853673162424,&quot;y&quot;:-8.507480555257985}],&quot;closed&quot;:true},&quot;pathStyles&quot;:[{&quot;type&quot;:&quot;FILL&quot;,&quot;fillStyle&quot;:&quot;rgba(100, 54, 40, 1)&quot;},{&quot;type&quot;:&quot;STROKE&quot;,&quot;strokeStyle&quot;:&quot;rgba(0,0,0,0)&quot;,&quot;lineWidth&quot;:1.8827153569340218,&quot;lineJoin&quot;:&quot;round&quot;}],&quot;isLocked&quot;:false,&quot;parent&quot;:{&quot;type&quot;:&quot;CHILD&quot;,&quot;parentId&quot;:&quot;fbcb9d0e-f1fd-4558-b7ad-55f84ee1a5c6&quot;,&quot;order&quot;:&quot;7&quot;},&quot;connectorInfo&quot;:{&quot;type&quot;:&quot;ELBOW&quot;,&quot;offset&quot;:{&quot;x&quot;:0,&quot;y&quot;:0},&quot;bending&quot;:0.1,&quot;customized&quot;:true}},&quot;45f12b62-e359-4676-acde-0028eed047e9&quot;:{&quot;type&quot;:&quot;FIGURE_OBJECT&quot;,&quot;id&quot;:&quot;45f12b62-e359-4676-acde-0028eed047e9&quot;,&quot;relativeTransform&quot;:{&quot;translate&quot;:{&quot;x&quot;:57.09947819329567,&quot;y&quot;:-98.34017818400046},&quot;rotate&quot;:0.31578440987121326,&quot;skewX&quot;:0.02260660236869241},&quot;opacity&quot;:1,&quot;path&quot;:{&quot;type&quot;:&quot;ELLIPSE&quot;,&quot;size&quot;:{&quot;x&quot;:11.497434872328432,&quot;y&quot;:23.329743945997983}},&quot;isLocked&quot;:false,&quot;pathStyles&quot;:[{&quot;type&quot;:&quot;FILL&quot;,&quot;fillStyle&quot;:&quot;rgba(102, 55, 42, 1)&quot;},{&quot;type&quot;:&quot;STROKE&quot;,&quot;strokeStyle&quot;:&quot;rgba(102, 55, 42, 1)&quot;,&quot;lineWidth&quot;:1.8827153569340216,&quot;lineJoin&quot;:&quot;round&quot;}],&quot;parent&quot;:{&quot;type&quot;:&quot;CHILD&quot;,&quot;parentId&quot;:&quot;fbcb9d0e-f1fd-4558-b7ad-55f84ee1a5c6&quot;,&quot;order&quot;:&quot;6&quot;}},&quot;eae514dc-be99-4a45-a033-e3ebf4a45043&quot;:{&quot;type&quot;:&quot;FIGURE_OBJECT&quot;,&quot;id&quot;:&quot;eae514dc-be99-4a45-a033-e3ebf4a45043&quot;,&quot;relativeTransform&quot;:{&quot;translate&quot;:{&quot;x&quot;:14.363440101023226,&quot;y&quot;:-91.45542099357837},&quot;rotate&quot;:0},&quot;opacity&quot;:1,&quot;path&quot;:{&quot;type&quot;:&quot;POLY_LINE&quot;,&quot;points&quot;:[{&quot;x&quot;:-45.689439747121114,&quot;y&quot;:-20.971743293472766},{&quot;x&quot;:37.85894993406817,&quot;y&quot;:4.253740176211934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fbcb9d0e-f1fd-4558-b7ad-55f84ee1a5c6&quot;,&quot;order&quot;:&quot;5&quot;},&quot;connectorInfo&quot;:{&quot;type&quot;:&quot;LINE&quot;,&quot;offset&quot;:{&quot;x&quot;:0,&quot;y&quot;:0},&quot;bending&quot;:0.1,&quot;customized&quot;:false}},&quot;26a6d008-2759-4539-8745-bd46a62febef&quot;:{&quot;type&quot;:&quot;FIGURE_OBJECT&quot;,&quot;id&quot;:&quot;26a6d008-2759-4539-8745-bd46a62febef&quot;,&quot;relativeTransform&quot;:{&quot;translate&quot;:{&quot;x&quot;:26.808229538951835,&quot;y&quot;:-124.63459698194632},&quot;rotate&quot;:0},&quot;opacity&quot;:1,&quot;path&quot;:{&quot;type&quot;:&quot;POLY_LINE&quot;,&quot;points&quot;:[{&quot;x&quot;:-48.80155742488115,&quot;y&quot;:-20.71491373519136},{&quot;x&quot;:33.982317000818,&quot;y&quot;:14.334302835914379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fbcb9d0e-f1fd-4558-b7ad-55f84ee1a5c6&quot;,&quot;order&quot;:&quot;2&quot;},&quot;connectorInfo&quot;:{&quot;type&quot;:&quot;LINE&quot;,&quot;offset&quot;:{&quot;x&quot;:0,&quot;y&quot;:0},&quot;bending&quot;:0.1,&quot;customized&quot;:false}},&quot;f675245e-6857-48f8-a01f-c6cc05faafd7&quot;:{&quot;type&quot;:&quot;FIGURE_OBJECT&quot;,&quot;id&quot;:&quot;f675245e-6857-48f8-a01f-c6cc05faafd7&quot;,&quot;parent&quot;:{&quot;type&quot;:&quot;CHILD&quot;,&quot;parentId&quot;:&quot;fbcb9d0e-f1fd-4558-b7ad-55f84ee1a5c6&quot;,&quot;order&quot;:&quot;1&quot;},&quot;relativeTransform&quot;:{&quot;translate&quot;:{&quot;x&quot;:304.9450201186238,&quot;y&quot;:-9.270103775073844},&quot;rotate&quot;:0}},&quot;653b7017-7f7a-4552-81ff-91b32fa7df98&quot;:{&quot;type&quot;:&quot;FIGURE_OBJECT&quot;,&quot;id&quot;:&quot;653b7017-7f7a-4552-81ff-91b32fa7df98&quot;,&quot;parent&quot;:{&quot;type&quot;:&quot;CROP&quot;,&quot;parentId&quot;:&quot;f675245e-6857-48f8-a01f-c6cc05faafd7&quot;,&quot;order&quot;:&quot;5&quot;},&quot;relativeTransform&quot;:{&quot;translate&quot;:{&quot;x&quot;:-291.1711054283376,&quot;y&quot;:-107.52063693499494},&quot;rotate&quot;:0,&quot;skewX&quot;:0,&quot;scale&quot;:{&quot;x&quot;:60.91366460404451,&quot;y&quot;:63.3080428531607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338c25c2-8ae4-44ac-904e-3126a312d095&quot;:{&quot;id&quot;:&quot;338c25c2-8ae4-44ac-904e-3126a312d095&quot;,&quot;name&quot;:&quot;image.png&quot;,&quot;type&quot;:&quot;FIGURE_OBJECT&quot;,&quot;relativeTransform&quot;:{&quot;translate&quot;:{&quot;x&quot;:-291.1711054283376,&quot;y&quot;:-107.52063693499494},&quot;rotate&quot;:0,&quot;skewX&quot;:0,&quot;scale&quot;:{&quot;x&quot;:0.45572445370433307,&quot;y&quot;:0.4736379502347579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f675245e-6857-48f8-a01f-c6cc05faafd7&quot;,&quot;order&quot;:&quot;5&quot;},&quot;styles&quot;:{&quot;editable&quot;:[{&quot;styleName&quot;:&quot;MONOCHROME_COLOR&quot;,&quot;index&quot;:0,&quot;color&quot;:&quot;#BBBBBC&quot;}]}},&quot;0fe2c8a2-4ba9-400e-ab55-bd90f14f6274&quot;:{&quot;type&quot;:&quot;FIGURE_OBJECT&quot;,&quot;id&quot;:&quot;0fe2c8a2-4ba9-400e-ab55-bd90f14f6274&quot;,&quot;relativeTransform&quot;:{&quot;translate&quot;:{&quot;x&quot;:52.10445964633328,&quot;y&quot;:314.44775540462456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46.3431847976224,&quot;y&quot;:42.10526315789474},&quot;cornerRounding&quot;:{&quot;type&quot;:&quot;ARC_LENGTH&quot;,&quot;global&quot;:6.324552885632121}},&quot;pathStyles&quot;:[{&quot;type&quot;:&quot;FILL&quot;,&quot;fillStyle&quot;:&quot;rgba(243, 246, 251, 1)&quot;},{&quot;type&quot;:&quot;STROKE&quot;,&quot;strokeStyle&quot;:&quot;rgba(0,0,0,0)&quot;,&quot;lineWidth&quot;:1,&quot;lineJoin&quot;:&quot;round&quot;}],&quot;isLocked&quot;:false,&quot;parent&quot;:{&quot;type&quot;:&quot;CHILD&quot;,&quot;parentId&quot;:&quot;1a25f76a-e4a5-4c02-9328-b65dc9f680f7&quot;,&quot;order&quot;:&quot;2&quot;}},&quot;d7f28991-8cbc-473f-8281-e3faf4acb50d&quot;:{&quot;type&quot;:&quot;FIGURE_OBJECT&quot;,&quot;id&quot;:&quot;d7f28991-8cbc-473f-8281-e3faf4acb50d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rgb(0,0,0)&quot;,&quot;fontWeight&quot;:&quot;bold&quot;,&quot;fontStyle&quot;:&quot;normal&quot;,&quot;decoration&quot;:&quot;none&quot;,&quot;script&quot;:&quot;none&quot;},&quot;range&quot;:[0,20]}],&quot;text&quot;:&quot;Visual Representation&quot;}],&quot;verticalAlign&quot;:&quot;TOP&quot;,&quot;_lastCaretLocation&quot;:{&quot;lineIndex&quot;:0,&quot;runIndex&quot;:0,&quot;charIndex&quot;:7}},&quot;size&quot;:{&quot;x&quot;:145.36000061035156,&quot;y&quot;:40},&quot;targetSize&quot;:{&quot;x&quot;:131.5210196690601,&quot;y&quot;:2},&quot;format&quot;:&quot;BETTER_TEXT&quot;,&quot;verticalAlign&quot;:&quot;TOP&quot;},&quot;parent&quot;:{&quot;type&quot;:&quot;CHILD&quot;,&quot;parentId&quot;:&quot;0fe2c8a2-4ba9-400e-ab55-bd90f14f6274&quot;,&quot;order&quot;:&quot;5&quot;}},&quot;4ea89b1f-e2e4-46de-b0e5-68090d25c2d6&quot;:{&quot;type&quot;:&quot;FIGURE_OBJECT&quot;,&quot;id&quot;:&quot;4ea89b1f-e2e4-46de-b0e5-68090d25c2d6&quot;,&quot;relativeTransform&quot;:{&quot;translate&quot;:{&quot;x&quot;:-84.07623156051284,&quot;y&quot;:312.2687286790087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11.69038474869902,&quot;y&quot;:30.931556786411463},&quot;cornerRounding&quot;:{&quot;type&quot;:&quot;ARC_LENGTH&quot;,&quot;global&quot;:6.324552885632121}},&quot;pathStyles&quot;:[{&quot;type&quot;:&quot;FILL&quot;,&quot;fillStyle&quot;:&quot;rgba(243, 246, 251, 1)&quot;},{&quot;type&quot;:&quot;STROKE&quot;,&quot;strokeStyle&quot;:&quot;rgba(0,0,0,0)&quot;,&quot;lineWidth&quot;:1,&quot;lineJoin&quot;:&quot;round&quot;}],&quot;isLocked&quot;:false,&quot;parent&quot;:{&quot;type&quot;:&quot;CHILD&quot;,&quot;parentId&quot;:&quot;1a25f76a-e4a5-4c02-9328-b65dc9f680f7&quot;,&quot;order&quot;:&quot;5&quot;}},&quot;776340a6-2d67-4d39-94ab-d1783b3e4c14&quot;:{&quot;type&quot;:&quot;FIGURE_OBJECT&quot;,&quot;id&quot;:&quot;776340a6-2d67-4d39-94ab-d1783b3e4c1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rgb(0,0,0)&quot;,&quot;fontWeight&quot;:&quot;bold&quot;,&quot;fontStyle&quot;:&quot;normal&quot;,&quot;decoration&quot;:&quot;none&quot;,&quot;script&quot;:&quot;none&quot;},&quot;range&quot;:[0,10]}],&quot;text&quot;:&quot;Descriptors&quot;}],&quot;verticalAlign&quot;:&quot;TOP&quot;,&quot;_lastCaretLocation&quot;:{&quot;lineIndex&quot;:0,&quot;runIndex&quot;:-1,&quot;charIndex&quot;:-1,&quot;endOfLine&quot;:true}},&quot;size&quot;:{&quot;x&quot;:110.94001007080078,&quot;y&quot;:20},&quot;targetSize&quot;:{&quot;x&quot;:110.06898207339368,&quot;y&quot;:2},&quot;format&quot;:&quot;BETTER_TEXT&quot;,&quot;verticalAlign&quot;:&quot;TOP&quot;},&quot;parent&quot;:{&quot;type&quot;:&quot;CHILD&quot;,&quot;parentId&quot;:&quot;4ea89b1f-e2e4-46de-b0e5-68090d25c2d6&quot;,&quot;order&quot;:&quot;5&quot;}},&quot;4567403d-603e-4595-a8fb-1ed4f5e82cb0&quot;:{&quot;type&quot;:&quot;FIGURE_OBJECT&quot;,&quot;id&quot;:&quot;4567403d-603e-4595-a8fb-1ed4f5e82cb0&quot;,&quot;parent&quot;:{&quot;type&quot;:&quot;CHILD&quot;,&quot;parentId&quot;:&quot;1a25f76a-e4a5-4c02-9328-b65dc9f680f7&quot;,&quot;order&quot;:&quot;6&quot;},&quot;relativeTransform&quot;:{&quot;translate&quot;:{&quot;x&quot;:30.547850774725788,&quot;y&quot;:519.5998247721077},&quot;rotate&quot;:0,&quot;skewX&quot;:0,&quot;scale&quot;:{&quot;x&quot;:1,&quot;y&quot;:1}}},&quot;c479768b-df51-4b6d-9dd1-41c69bf067f9&quot;:{&quot;id&quot;:&quot;c479768b-df51-4b6d-9dd1-41c69bf067f9&quot;,&quot;type&quot;:&quot;FIGURE_OBJECT&quot;,&quot;relativeTransform&quot;:{&quot;translate&quot;:{&quot;x&quot;:-70.90310850664277,&quot;y&quot;:256.759778871958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19]}],&quot;text&quot;:&quot;Center of Character-&quot;},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4]}],&quot;text&quot;:&quot;istic&quot;,&quot;baseStyle&quot;:{&quot;fontFamily&quot;:&quot;Roboto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00.16000366210938,&quot;y&quot;:60},&quot;targetSize&quot;:{&quot;x&quot;:72.54684104680818,&quot;y&quot;:38.18819809472127}},&quot;parent&quot;:{&quot;type&quot;:&quot;CHILD&quot;,&quot;parentId&quot;:&quot;4567403d-603e-4595-a8fb-1ed4f5e82cb0&quot;,&quot;order&quot;:&quot;7&quot;}},&quot;e306cd2c-cf5d-482b-9af8-11e167a9150f&quot;:{&quot;id&quot;:&quot;e306cd2c-cf5d-482b-9af8-11e167a9150f&quot;,&quot;type&quot;:&quot;FIGURE_OBJECT&quot;,&quot;relativeTransform&quot;:{&quot;translate&quot;:{&quot;x&quot;:-73.64505350136733,&quot;y&quot;:110.1046829443626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6]}],&quot;text&quot;:&quot;Center &quot;},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11]}],&quot;text&quot;:&quot;of Curvature&quot;,&quot;baseStyle&quot;:{&quot;fontFamily&quot;:&quot;Arial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94.89067840576172,&quot;y&quot;:60},&quot;targetSize&quot;:{&quot;x&quot;:60.44102159255412,&quot;y&quot;:32.8675661998834}},&quot;parent&quot;:{&quot;type&quot;:&quot;CHILD&quot;,&quot;parentId&quot;:&quot;4567403d-603e-4595-a8fb-1ed4f5e82cb0&quot;,&quot;order&quot;:&quot;6&quot;}},&quot;3fef3bca-9760-4d3e-99f2-c731af1902b2&quot;:{&quot;id&quot;:&quot;3fef3bca-9760-4d3e-99f2-c731af1902b2&quot;,&quot;type&quot;:&quot;FIGURE_OBJECT&quot;,&quot;relativeTransform&quot;:{&quot;translate&quot;:{&quot;x&quot;:-84.40913707435465,&quot;y&quot;:-33.66635817713317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16]}],&quot;text&quot;:&quot;Center of Surface&quot;}],&quot;_lastCaretLocation&quot;:{&quot;lineIndex&quot;:0,&quot;runIndex&quot;:-1,&quot;charIndex&quot;:-1,&quot;endOfLine&quot;:true}},&quot;format&quot;:&quot;BETTER_TEXT&quot;,&quot;size&quot;:{&quot;x&quot;:73.5146713256836,&quot;y&quot;:60},&quot;targetSize&quot;:{&quot;x&quot;:57.4686264269569,&quot;y&quot;:32.8675661998834}},&quot;parent&quot;:{&quot;type&quot;:&quot;CHILD&quot;,&quot;parentId&quot;:&quot;4567403d-603e-4595-a8fb-1ed4f5e82cb0&quot;,&quot;order&quot;:&quot;5&quot;}},&quot;99cab3f5-cae5-4b04-826b-8e0431ed6b44&quot;:{&quot;id&quot;:&quot;99cab3f5-cae5-4b04-826b-8e0431ed6b44&quot;,&quot;type&quot;:&quot;FIGURE_OBJECT&quot;,&quot;relativeTransform&quot;:{&quot;translate&quot;:{&quot;x&quot;:-88.94768960645621,&quot;y&quot;:-129.5998738959682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13]}],&quot;text&quot;:&quot;Center of Mass&quot;}],&quot;_lastCaretLocation&quot;:{&quot;lineIndex&quot;:0,&quot;runIndex&quot;:-1,&quot;charIndex&quot;:-1,&quot;endOfLine&quot;:true}},&quot;format&quot;:&quot;BETTER_TEXT&quot;,&quot;size&quot;:{&quot;x&quot;:64.02132892608643,&quot;y&quot;:60},&quot;targetSize&quot;:{&quot;x&quot;:47.49671174307867,&quot;y&quot;:32.8675661998834}},&quot;parent&quot;:{&quot;type&quot;:&quot;CHILD&quot;,&quot;parentId&quot;:&quot;4567403d-603e-4595-a8fb-1ed4f5e82cb0&quot;,&quot;order&quot;:&quot;2&quot;}},&quot;dd7d76de-9d4e-445a-80b3-c059d7f88bb7&quot;:{&quot;type&quot;:&quot;FIGURE_OBJECT&quot;,&quot;id&quot;:&quot;dd7d76de-9d4e-445a-80b3-c059d7f88bb7&quot;,&quot;parent&quot;:{&quot;type&quot;:&quot;CHILD&quot;,&quot;parentId&quot;:&quot;1a25f76a-e4a5-4c02-9328-b65dc9f680f7&quot;,&quot;order&quot;:&quot;1&quot;},&quot;relativeTransform&quot;:{&quot;translate&quot;:{&quot;x&quot;:221.14470726958288,&quot;y&quot;:520.1803230809696},&quot;rotate&quot;:0,&quot;skewX&quot;:0,&quot;scale&quot;:{&quot;x&quot;:1,&quot;y&quot;:1}}},&quot;634a8b84-5a2c-4904-8d90-67db80e4e368&quot;:{&quot;id&quot;:&quot;634a8b84-5a2c-4904-8d90-67db80e4e368&quot;,&quot;type&quot;:&quot;FIGURE_OBJECT&quot;,&quot;relativeTransform&quot;:{&quot;translate&quot;:{&quot;x&quot;:-323.4646585007392,&quot;y&quot;:249.8832643337427},&quot;rotate&quot;:0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31,0&quot;}],&quot;_lastCaretLocation&quot;:{&quot;lineIndex&quot;:0,&quot;runIndex&quot;:2,&quot;charIndex&quot;:4}},&quot;format&quot;:&quot;BETTER_TEXT&quot;,&quot;size&quot;:{&quot;x&quot;:70.35757193286462,&quot;y&quot;:31.77241310648374},&quot;targetSize&quot;:{&quot;x&quot;:70.35757193286462,&quot;y&quot;:31.77241310648374}},&quot;parent&quot;:{&quot;type&quot;:&quot;CHILD&quot;,&quot;parentId&quot;:&quot;dd7d76de-9d4e-445a-80b3-c059d7f88bb7&quot;,&quot;order&quot;:&quot;7&quot;}},&quot;8d79297e-4d5b-4a87-9068-fd66161be9e2&quot;:{&quot;id&quot;:&quot;8d79297e-4d5b-4a87-9068-fd66161be9e2&quot;,&quot;type&quot;:&quot;FIGURE_OBJECT&quot;,&quot;relativeTransform&quot;:{&quot;translate&quot;:{&quot;x&quot;:-323.18814127420507,&quot;y&quot;:102.74672330351065},&quot;rotate&quot;:0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21,0&quot;}],&quot;_lastCaretLocation&quot;:{&quot;lineIndex&quot;:0,&quot;runIndex&quot;:2,&quot;charIndex&quot;:4}},&quot;format&quot;:&quot;BETTER_TEXT&quot;,&quot;size&quot;:{&quot;x&quot;:70.35757193286462,&quot;y&quot;:31.77241310648374},&quot;targetSize&quot;:{&quot;x&quot;:70.35757193286462,&quot;y&quot;:31.77241310648374}},&quot;parent&quot;:{&quot;type&quot;:&quot;CHILD&quot;,&quot;parentId&quot;:&quot;dd7d76de-9d4e-445a-80b3-c059d7f88bb7&quot;,&quot;order&quot;:&quot;6&quot;}},&quot;84b47700-5712-4c55-9bfc-55a7bf3a9cd0&quot;:{&quot;id&quot;:&quot;84b47700-5712-4c55-9bfc-55a7bf3a9cd0&quot;,&quot;type&quot;:&quot;FIGURE_OBJECT&quot;,&quot;relativeTransform&quot;:{&quot;translate&quot;:{&quot;x&quot;:-323.46492909866237,&quot;y&quot;:-37.92302535849049},&quot;rotate&quot;:0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11,0&quot;}],&quot;_lastCaretLocation&quot;:{&quot;lineIndex&quot;:0,&quot;runIndex&quot;:2,&quot;charIndex&quot;:4}},&quot;format&quot;:&quot;BETTER_TEXT&quot;,&quot;size&quot;:{&quot;x&quot;:70.35757193286462,&quot;y&quot;:31.77241310648374},&quot;targetSize&quot;:{&quot;x&quot;:70.35757193286462,&quot;y&quot;:31.77241310648374}},&quot;parent&quot;:{&quot;type&quot;:&quot;CHILD&quot;,&quot;parentId&quot;:&quot;dd7d76de-9d4e-445a-80b3-c059d7f88bb7&quot;,&quot;order&quot;:&quot;5&quot;}},&quot;2cf9f969-19c0-4fa2-a205-1cebe6cc48b1&quot;:{&quot;id&quot;:&quot;2cf9f969-19c0-4fa2-a205-1cebe6cc48b1&quot;,&quot;type&quot;:&quot;FIGURE_OBJECT&quot;,&quot;relativeTransform&quot;:{&quot;translate&quot;:{&quot;x&quot;:-323.46444241508533,&quot;y&quot;:-136.22173438049614},&quot;rotate&quot;:0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01,0&quot;,&quot;baseStyle&quot;:{&quot;fontFamily&quot;:&quot;Arial&quot;,&quot;fontSize&quot;:20,&quot;color&quot;:&quot;black&quot;,&quot;fontWeight&quot;:&quot;normal&quot;,&quot;fontStyle&quot;:&quot;normal&quot;,&quot;decoration&quot;:&quot;none&quot;,&quot;script&quot;:&quot;super&quot;}}],&quot;_lastCaretLocation&quot;:{&quot;lineIndex&quot;:0,&quot;runIndex&quot;:2,&quot;charIndex&quot;:4}},&quot;format&quot;:&quot;BETTER_TEXT&quot;,&quot;size&quot;:{&quot;x&quot;:70.35757193286462,&quot;y&quot;:31.77241310648374},&quot;targetSize&quot;:{&quot;x&quot;:70.35757193286462,&quot;y&quot;:31.77241310648374}},&quot;parent&quot;:{&quot;type&quot;:&quot;CHILD&quot;,&quot;parentId&quot;:&quot;dd7d76de-9d4e-445a-80b3-c059d7f88bb7&quot;,&quot;order&quot;:&quot;2&quot;}},&quot;103ab90b-c4dd-4e69-a423-4d79fe3087d1&quot;:{&quot;type&quot;:&quot;FIGURE_OBJECT&quot;,&quot;id&quot;:&quot;103ab90b-c4dd-4e69-a423-4d79fe3087d1&quot;,&quot;relativeTransform&quot;:{&quot;translate&quot;:{&quot;x&quot;:-228.69291914243797,&quot;y&quot;:43.81065616917321},&quot;rotate&quot;:0},&quot;opacity&quot;:1,&quot;path&quot;:{&quot;type&quot;:&quot;RECT&quot;,&quot;size&quot;:{&quot;x&quot;:286.9624448067932,&quot;y&quot;:550.9810039018354},&quot;cornerRounding&quot;:{&quot;type&quot;:&quot;ARC_LENGTH&quot;,&quot;global&quot;:5.952615444296342}},&quot;pathStyles&quot;:[{&quot;type&quot;:&quot;FILL&quot;,&quot;fillStyle&quot;:&quot;rgba(243, 246, 251, 1)&quot;},{&quot;type&quot;:&quot;STROKE&quot;,&quot;strokeStyle&quot;:&quot;rgb(133, 148, 182)&quot;,&quot;lineWidth&quot;:1.0377239662521762,&quot;lineJoin&quot;:&quot;round&quot;}],&quot;isLocked&quot;:false,&quot;parent&quot;:{&quot;type&quot;:&quot;CHILD&quot;,&quot;parentId&quot;:&quot;dd7d76de-9d4e-445a-80b3-c059d7f88bb7&quot;,&quot;order&quot;:&quot;1&quot;},&quot;layout&quot;:{&quot;sizeRatio&quot;:{&quot;x&quot;:0.88,&quot;y&quot;:0.88},&quot;keepAspectRatio&quot;:false}},&quot;76043a77-e2fb-4adf-ac4e-b345513a2a60&quot;:{&quot;id&quot;:&quot;76043a77-e2fb-4adf-ac4e-b345513a2a60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9.37084737004062,&quot;color&quot;:&quot;black&quot;,&quot;fontWeight&quot;:&quot;normal&quot;,&quot;fontStyle&quot;:&quot;normal&quot;,&quot;decoration&quot;:&quot;none&quot;}}]},&quot;format&quot;:&quot;BETTER_TEXT&quot;,&quot;size&quot;:{&quot;x&quot;:252.52695142997803,&quot;y&quot;:23},&quot;targetSize&quot;:{&quot;x&quot;:252.52695142997803,&quot;y&quot;:2}},&quot;parent&quot;:{&quot;type&quot;:&quot;CHILD&quot;,&quot;parentId&quot;:&quot;103ab90b-c4dd-4e69-a423-4d79fe3087d1&quot;,&quot;order&quot;:&quot;5&quot;}},&quot;b124242e-4c38-4524-a925-def8f01e3a8e&quot;:{&quot;type&quot;:&quot;FIGURE_OBJECT&quot;,&quot;id&quot;:&quot;b124242e-4c38-4524-a925-def8f01e3a8e&quot;,&quot;relativeTransform&quot;:{&quot;translate&quot;:{&quot;x&quot;:-7.548166904572369,&quot;y&quot;:258.75867731399376},&quot;rotate&quot;:0},&quot;layout&quot;:{&quot;sizeRatio&quot;:{&quot;x&quot;:0.99328165374677,&quot;y&quot;:0.95},&quot;keepAspectRatio&quot;:false},&quot;opacity&quot;:1,&quot;path&quot;:{&quot;type&quot;:&quot;RECT&quot;,&quot;size&quot;:{&quot;x&quot;:287.00036690688256,&quot;y&quot;:36.51792588761307},&quot;cornerRounding&quot;:{&quot;type&quot;:&quot;ARC_LENGTH&quot;,&quot;global&quot;:6.000216840215091}},&quot;pathStyles&quot;:[{&quot;type&quot;:&quot;FILL&quot;,&quot;fillStyle&quot;:&quot;rgb(133, 148, 182)&quot;},{&quot;type&quot;:&quot;STROKE&quot;,&quot;strokeStyle&quot;:&quot;rgb(133, 148, 182)&quot;,&quot;lineWidth&quot;:1,&quot;lineJoin&quot;:&quot;round&quot;}],&quot;isLocked&quot;:false,&quot;parent&quot;:{&quot;type&quot;:&quot;CHILD&quot;,&quot;parentId&quot;:&quot;2edf1bf2-7a22-4278-9314-11ac88138be1&quot;,&quot;order&quot;:&quot;2&quot;}},&quot;c160e033-15f5-45ef-a6dd-54ddc74253d1&quot;:{&quot;type&quot;:&quot;FIGURE_OBJECT&quot;,&quot;id&quot;:&quot;c160e033-15f5-45ef-a6dd-54ddc74253d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1.333333333333332,&quot;color&quot;:&quot;#FFFFFF&quot;,&quot;fontWeight&quot;:&quot;bold&quot;,&quot;fontStyle&quot;:&quot;normal&quot;,&quot;decoration&quot;:&quot;none&quot;,&quot;script&quot;:&quot;none&quot;},&quot;range&quot;:[0,15]}],&quot;text&quot;:&quot;Vectors (Rank 1)&quot;,&quot;baseStyle&quot;:{&quot;fontFamily&quot;:&quot;Roboto&quot;,&quot;fontSize&quot;:21.333333333333332,&quot;color&quot;:&quot;#FFFFFF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285.0721990671981,&quot;y&quot;:21},&quot;targetSize&quot;:{&quot;x&quot;:285.0721990671981,&quot;y&quot;:2},&quot;format&quot;:&quot;BETTER_TEXT&quot;,&quot;verticalAlign&quot;:&quot;TOP&quot;},&quot;parent&quot;:{&quot;type&quot;:&quot;CHILD&quot;,&quot;parentId&quot;:&quot;b124242e-4c38-4524-a925-def8f01e3a8e&quot;,&quot;order&quot;:&quot;5&quot;}},&quot;875c9c7b-873f-4ef8-afb2-fabe21c32339&quot;:{&quot;type&quot;:&quot;FIGURE_OBJECT&quot;,&quot;id&quot;:&quot;875c9c7b-873f-4ef8-afb2-fabe21c32339&quot;,&quot;parent&quot;:{&quot;type&quot;:&quot;CHILD&quot;,&quot;parentId&quot;:&quot;3b94467f-13c5-4a37-9ebf-921b789a8ee8&quot;,&quot;order&quot;:&quot;2&quot;},&quot;relativeTransform&quot;:{}},&quot;e77a6db6-4a18-49d8-85d1-681479508725&quot;:{&quot;type&quot;:&quot;FIGURE_OBJECT&quot;,&quot;id&quot;:&quot;e77a6db6-4a18-49d8-85d1-681479508725&quot;,&quot;parent&quot;:{&quot;type&quot;:&quot;CHILD&quot;,&quot;parentId&quot;:&quot;875c9c7b-873f-4ef8-afb2-fabe21c32339&quot;,&quot;order&quot;:&quot;5&quot;},&quot;relativeTransform&quot;:{}},&quot;440615ec-50bb-4f99-959f-789c5c907dcf&quot;:{&quot;type&quot;:&quot;FIGURE_OBJECT&quot;,&quot;id&quot;:&quot;440615ec-50bb-4f99-959f-789c5c907dcf&quot;,&quot;parent&quot;:{&quot;type&quot;:&quot;CHILD&quot;,&quot;parentId&quot;:&quot;e77a6db6-4a18-49d8-85d1-681479508725&quot;,&quot;order&quot;:&quot;7&quot;},&quot;relativeTransform&quot;:{}},&quot;45990aaf-46d0-4af0-84da-5f879122abb6&quot;:{&quot;type&quot;:&quot;FIGURE_OBJECT&quot;,&quot;id&quot;:&quot;45990aaf-46d0-4af0-84da-5f879122abb6&quot;,&quot;parent&quot;:{&quot;type&quot;:&quot;CHILD&quot;,&quot;parentId&quot;:&quot;440615ec-50bb-4f99-959f-789c5c907dcf&quot;,&quot;order&quot;:&quot;5&quot;},&quot;relativeTransform&quot;:{&quot;translate&quot;:{&quot;x&quot;:53.04209712170149,&quot;y&quot;:509.5477026544251},&quot;rotate&quot;:0,&quot;skewX&quot;:0,&quot;scale&quot;:{&quot;x&quot;:1,&quot;y&quot;:1}}},&quot;46271e6d-97a0-4902-9a5e-47af1357976e&quot;:{&quot;relativeTransform&quot;:{&quot;translate&quot;:{&quot;x&quot;:-239.77061122697737,&quot;y&quot;:11.691568384292378},&quot;rotate&quot;:0},&quot;type&quot;:&quot;FIGURE_OBJECT&quot;,&quot;id&quot;:&quot;46271e6d-97a0-4902-9a5e-47af1357976e&quot;,&quot;opacity&quot;:1,&quot;path&quot;:{&quot;type&quot;:&quot;ELLIPSE&quot;,&quot;size&quot;:{&quot;x&quot;:14.432043217874162,&quot;y&quot;:16.16970399050886}},&quot;isLocked&quot;:false,&quot;pathStyles&quot;:[{&quot;type&quot;:&quot;FILL&quot;,&quot;fillStyle&quot;:&quot;rgba(246, 244, 214, 1)&quot;},{&quot;type&quot;:&quot;STROKE&quot;,&quot;strokeStyle&quot;:&quot;rgba(112,112,113,1)&quot;,&quot;lineWidth&quot;:1.0477643206067169,&quot;lineJoin&quot;:&quot;round&quot;}],&quot;parent&quot;:{&quot;type&quot;:&quot;CHILD&quot;,&quot;parentId&quot;:&quot;45990aaf-46d0-4af0-84da-5f879122abb6&quot;,&quot;order&quot;:&quot;7&quot;},&quot;name&quot;:&quot;Shape (circle, editable)&quot;,&quot;displayName&quot;:&quot;Shape (circle, editable)&quot;,&quot;source&quot;:{&quot;id&quot;:&quot;625845e504968dad6a4ad114&quot;,&quot;type&quot;:&quot;ASSETS&quot;},&quot;isPremium&quot;:false},&quot;fa1548ca-0018-47fd-8e9a-f3cf240df600&quot;:{&quot;relativeTransform&quot;:{&quot;translate&quot;:{&quot;x&quot;:-239.77063795402228,&quot;y&quot;:11.691292877340665},&quot;rotate&quot;:0},&quot;type&quot;:&quot;FIGURE_OBJECT&quot;,&quot;id&quot;:&quot;fa1548ca-0018-47fd-8e9a-f3cf240df600&quot;,&quot;opacity&quot;:1,&quot;path&quot;:{&quot;type&quot;:&quot;ELLIPSE&quot;,&quot;size&quot;:{&quot;x&quot;:29.373073400925612,&quot;y&quot;:32.90967848517968}},&quot;isLocked&quot;:false,&quot;pathStyles&quot;:[{&quot;type&quot;:&quot;FILL&quot;,&quot;fillStyle&quot;:&quot;rgb(187, 187, 188)&quot;},{&quot;type&quot;:&quot;STROKE&quot;,&quot;strokeStyle&quot;:&quot;rgba(112,112,113,1)&quot;,&quot;lineWidth&quot;:2.1324810237496896,&quot;lineJoin&quot;:&quot;round&quot;}],&quot;parent&quot;:{&quot;type&quot;:&quot;CHILD&quot;,&quot;parentId&quot;:&quot;45990aaf-46d0-4af0-84da-5f879122abb6&quot;,&quot;order&quot;:&quot;5&quot;},&quot;name&quot;:&quot;Shape (circle, editable)&quot;,&quot;displayName&quot;:&quot;Shape (circle, editable)&quot;,&quot;source&quot;:{&quot;id&quot;:&quot;625845e504968dad6a4ad114&quot;,&quot;type&quot;:&quot;ASSETS&quot;},&quot;isPremium&quot;:false},&quot;c97be0c2-1c8e-4674-a2a4-fadbbb7ca166&quot;:{&quot;relativeTransform&quot;:{&quot;translate&quot;:{&quot;x&quot;:-239.770448608563,&quot;y&quot;:-25.610852985023296},&quot;rotate&quot;:0},&quot;type&quot;:&quot;FIGURE_OBJECT&quot;,&quot;id&quot;:&quot;c97be0c2-1c8e-4674-a2a4-fadbbb7ca166&quot;,&quot;opacity&quot;:1,&quot;path&quot;:{&quot;type&quot;:&quot;ELLIPSE&quot;,&quot;size&quot;:{&quot;x&quot;:14.432043217874162,&quot;y&quot;:16.16970399050886}},&quot;isLocked&quot;:false,&quot;pathStyles&quot;:[{&quot;type&quot;:&quot;FILL&quot;,&quot;fillStyle&quot;:&quot;rgba(246, 244, 214, 1)&quot;},{&quot;type&quot;:&quot;STROKE&quot;,&quot;strokeStyle&quot;:&quot;rgba(112,112,113,1)&quot;,&quot;lineWidth&quot;:1.0477643206067169,&quot;lineJoin&quot;:&quot;round&quot;}],&quot;parent&quot;:{&quot;type&quot;:&quot;CHILD&quot;,&quot;parentId&quot;:&quot;45990aaf-46d0-4af0-84da-5f879122abb6&quot;,&quot;order&quot;:&quot;2&quot;},&quot;name&quot;:&quot;Shape (circle, editable)&quot;,&quot;displayName&quot;:&quot;Shape (circle, editable)&quot;,&quot;source&quot;:{&quot;id&quot;:&quot;625845e504968dad6a4ad114&quot;,&quot;type&quot;:&quot;ASSETS&quot;},&quot;isPremium&quot;:false},&quot;0c0a848b-d6c9-4a47-b6fb-c8cdd3922902&quot;:{&quot;relativeTransform&quot;:{&quot;translate&quot;:{&quot;x&quot;:-239.7704753356079,&quot;y&quot;:-25.611128491975013},&quot;rotate&quot;:0},&quot;type&quot;:&quot;FIGURE_OBJECT&quot;,&quot;id&quot;:&quot;0c0a848b-d6c9-4a47-b6fb-c8cdd3922902&quot;,&quot;opacity&quot;:1,&quot;path&quot;:{&quot;type&quot;:&quot;ELLIPSE&quot;,&quot;size&quot;:{&quot;x&quot;:29.373073400925612,&quot;y&quot;:32.90967848517968}},&quot;isLocked&quot;:false,&quot;pathStyles&quot;:[{&quot;type&quot;:&quot;FILL&quot;,&quot;fillStyle&quot;:&quot;rgb(187, 187, 188)&quot;},{&quot;type&quot;:&quot;STROKE&quot;,&quot;strokeStyle&quot;:&quot;rgba(112,112,113,1)&quot;,&quot;lineWidth&quot;:2.1324810237496896,&quot;lineJoin&quot;:&quot;round&quot;}],&quot;parent&quot;:{&quot;type&quot;:&quot;CHILD&quot;,&quot;parentId&quot;:&quot;45990aaf-46d0-4af0-84da-5f879122abb6&quot;,&quot;order&quot;:&quot;1&quot;},&quot;name&quot;:&quot;Shape (circle, editable)&quot;,&quot;displayName&quot;:&quot;Shape (circle, editable)&quot;,&quot;source&quot;:{&quot;id&quot;:&quot;625845e504968dad6a4ad114&quot;,&quot;type&quot;:&quot;ASSETS&quot;},&quot;isPremium&quot;:false},&quot;8ab12519-fbe3-42cc-b1af-85ffb76152e7&quot;:{&quot;type&quot;:&quot;FIGURE_OBJECT&quot;,&quot;id&quot;:&quot;8ab12519-fbe3-42cc-b1af-85ffb76152e7&quot;,&quot;parent&quot;:{&quot;type&quot;:&quot;CHILD&quot;,&quot;parentId&quot;:&quot;440615ec-50bb-4f99-959f-789c5c907dcf&quot;,&quot;order&quot;:&quot;6&quot;},&quot;relativeTransform&quot;:{&quot;translate&quot;:{&quot;x&quot;:69.92558514840422,&quot;y&quot;:513.074725942857},&quot;rotate&quot;:0,&quot;skewX&quot;:0,&quot;scale&quot;:{&quot;x&quot;:1,&quot;y&quot;:1}}},&quot;62226e9e-e366-48d6-ab8b-45e6e19b89b7&quot;:{&quot;id&quot;:&quot;62226e9e-e366-48d6-ab8b-45e6e19b89b7&quot;,&quot;type&quot;:&quot;FIGURE_OBJECT&quot;,&quot;relativeTransform&quot;:{&quot;translate&quot;:{&quot;x&quot;:-224.91016779031528,&quot;y&quot;:129.98068673550654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0.041182632919897,&quot;color&quot;:&quot;rgba(192,56,48,1)&quot;,&quot;fontWeight&quot;:&quot;normal&quot;,&quot;fontStyle&quot;:&quot;normal&quot;,&quot;decoration&quot;:&quot;none&quot;,&quot;script&quot;:&quot;none&quot;},&quot;range&quot;:[0,0]}],&quot;text&quot;:&quot;0&quot;}],&quot;_lastCaretLocation&quot;:{&quot;lineIndex&quot;:0,&quot;runIndex&quot;:-1,&quot;charIndex&quot;:-1,&quot;endOfLine&quot;:true}},&quot;format&quot;:&quot;BETTER_TEXT&quot;,&quot;size&quot;:{&quot;x&quot;:29.25442324198178,&quot;y&quot;:12.584466403715972},&quot;targetSize&quot;:{&quot;x&quot;:29.25442324198178,&quot;y&quot;:12.584466403715972}},&quot;parent&quot;:{&quot;type&quot;:&quot;CHILD&quot;,&quot;parentId&quot;:&quot;8ab12519-fbe3-42cc-b1af-85ffb76152e7&quot;,&quot;order&quot;:&quot;8&quot;}},&quot;fee73cf7-bb29-4371-a1b6-e3c5891b67cb&quot;:{&quot;id&quot;:&quot;fee73cf7-bb29-4371-a1b6-e3c5891b67cb&quot;,&quot;type&quot;:&quot;FIGURE_OBJECT&quot;,&quot;relativeTransform&quot;:{&quot;translate&quot;:{&quot;x&quot;:-263.4048012804214,&quot;y&quot;:120.04905717223431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0.041182632919897,&quot;color&quot;:&quot;rgba(192,56,48,1)&quot;,&quot;fontWeight&quot;:&quot;normal&quot;,&quot;fontStyle&quot;:&quot;normal&quot;,&quot;decoration&quot;:&quot;none&quot;,&quot;script&quot;:&quot;none&quot;},&quot;range&quot;:[0,2]},{&quot;style&quot;:{&quot;fontFamily&quot;:&quot;Roboto&quot;,&quot;fontSize&quot;:10.041182632919897,&quot;color&quot;:&quot;rgba(192,56,48,1)&quot;,&quot;fontWeight&quot;:&quot;normal&quot;,&quot;fontStyle&quot;:&quot;normal&quot;,&quot;decoration&quot;:&quot;none&quot;,&quot;script&quot;:&quot;sub&quot;},&quot;range&quot;:[3,3]}],&quot;text&quot;:&quot;1/R1&quot;}],&quot;_lastCaretLocation&quot;:{&quot;lineIndex&quot;:0,&quot;runIndex&quot;:-1,&quot;charIndex&quot;:-1,&quot;endOfLine&quot;:true}},&quot;format&quot;:&quot;BETTER_TEXT&quot;,&quot;size&quot;:{&quot;x&quot;:29.25442324198178,&quot;y&quot;:12.584466403715972},&quot;targetSize&quot;:{&quot;x&quot;:29.25442324198178,&quot;y&quot;:12.584466403715972}},&quot;parent&quot;:{&quot;type&quot;:&quot;CHILD&quot;,&quot;parentId&quot;:&quot;8ab12519-fbe3-42cc-b1af-85ffb76152e7&quot;,&quot;order&quot;:&quot;75&quot;}},&quot;7e85e5c7-256c-43de-bf55-cf7526e32b26&quot;:{&quot;relativeTransform&quot;:{&quot;translate&quot;:{&quot;x&quot;:-328.2895440870181,&quot;y&quot;:447.5161203071784},&quot;rotate&quot;:1.9650756820795485},&quot;type&quot;:&quot;FIGURE_OBJECT&quot;,&quot;id&quot;:&quot;7e85e5c7-256c-43de-bf55-cf7526e32b26&quot;,&quot;opacity&quot;:0.9,&quot;path&quot;:{&quot;type&quot;:&quot;POLY_LINE&quot;,&quot;points&quot;:[{&quot;x&quot;:-334.2800292033241,&quot;y&quot;:99.20523765898903},{&quot;x&quot;:-334.2800292033241,&quot;y&quot;:42.897631381779576}],&quot;closed&quot;:false},&quot;pathStyles&quot;:[{&quot;type&quot;:&quot;FILL&quot;,&quot;fillStyle&quot;:&quot;rgba(0,0,0,0)&quot;},{&quot;type&quot;:&quot;STROKE&quot;,&quot;strokeStyle&quot;:&quot;rgba(0, 0, 0, 1)&quot;,&quot;lineWidth&quot;:0.9413576784670108,&quot;lineJoin&quot;:&quot;round&quot;}],&quot;isLocked&quot;:false,&quot;parent&quot;:{&quot;type&quot;:&quot;CHILD&quot;,&quot;parentId&quot;:&quot;8ab12519-fbe3-42cc-b1af-85ffb76152e7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2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a317cc38-11ab-4a12-b325-9697c1c8f800&quot;:{&quot;id&quot;:&quot;a317cc38-11ab-4a12-b325-9697c1c8f800&quot;,&quot;type&quot;:&quot;FIGURE_OBJECT&quot;,&quot;relativeTransform&quot;:{&quot;translate&quot;:{&quot;x&quot;:-253.7673296555416,&quot;y&quot;:105.72288118121108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0.041148570314782,&quot;color&quot;:&quot;rgba(192,56,48,1)&quot;,&quot;fontWeight&quot;:&quot;normal&quot;,&quot;fontStyle&quot;:&quot;normal&quot;,&quot;decoration&quot;:&quot;none&quot;,&quot;script&quot;:&quot;none&quot;},&quot;range&quot;:[0,0]},{&quot;style&quot;:{&quot;fontFamily&quot;:&quot;Roboto&quot;,&quot;fontSize&quot;:10.041148570314782,&quot;color&quot;:&quot;rgba(192,56,48,1)&quot;,&quot;fontWeight&quot;:&quot;normal&quot;,&quot;fontStyle&quot;:&quot;normal&quot;,&quot;decoration&quot;:&quot;none&quot;,&quot;script&quot;:&quot;sub&quot;},&quot;range&quot;:[1,1]}],&quot;text&quot;:&quot;X1&quot;}],&quot;_lastCaretLocation&quot;:{&quot;lineIndex&quot;:0,&quot;runIndex&quot;:-1,&quot;charIndex&quot;:-1,&quot;endOfLine&quot;:true}},&quot;format&quot;:&quot;BETTER_TEXT&quot;,&quot;size&quot;:{&quot;x&quot;:9.978391391750323,&quot;y&quot;:13.21666180567684},&quot;targetSize&quot;:{&quot;x&quot;:9.978391391750323,&quot;y&quot;:13.21666180567684}},&quot;parent&quot;:{&quot;type&quot;:&quot;CHILD&quot;,&quot;parentId&quot;:&quot;8ab12519-fbe3-42cc-b1af-85ffb76152e7&quot;,&quot;order&quot;:&quot;6&quot;}},&quot;8eae1ce7-a467-4137-9469-a2216cac49c0&quot;:{&quot;id&quot;:&quot;8eae1ce7-a467-4137-9469-a2216cac49c0&quot;,&quot;type&quot;:&quot;FIGURE_OBJECT&quot;,&quot;relativeTransform&quot;:{&quot;translate&quot;:{&quot;x&quot;:-243.78908689921417,&quot;y&quot;:87.60670038481832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0.041148570314782,&quot;color&quot;:&quot;rgba(192,56,48,1)&quot;,&quot;fontWeight&quot;:&quot;normal&quot;,&quot;fontStyle&quot;:&quot;normal&quot;,&quot;decoration&quot;:&quot;none&quot;},&quot;range&quot;:[0,0]},{&quot;style&quot;:{&quot;fontFamily&quot;:&quot;Roboto&quot;,&quot;fontSize&quot;:10.041148570314782,&quot;color&quot;:&quot;rgba(192,56,48,1)&quot;,&quot;fontWeight&quot;:&quot;normal&quot;,&quot;fontStyle&quot;:&quot;normal&quot;,&quot;decoration&quot;:&quot;none&quot;,&quot;script&quot;:&quot;sub&quot;},&quot;range&quot;:[1,1]}],&quot;text&quot;:&quot;X2&quot;}],&quot;_lastCaretLocation&quot;:{&quot;lineIndex&quot;:0,&quot;runIndex&quot;:-1,&quot;charIndex&quot;:-1,&quot;endOfLine&quot;:true}},&quot;format&quot;:&quot;BETTER_TEXT&quot;,&quot;size&quot;:{&quot;x&quot;:9.978391391750323,&quot;y&quot;:13.21666180567684},&quot;targetSize&quot;:{&quot;x&quot;:9.978391391750323,&quot;y&quot;:13.21666180567684}},&quot;parent&quot;:{&quot;type&quot;:&quot;CHILD&quot;,&quot;parentId&quot;:&quot;8ab12519-fbe3-42cc-b1af-85ffb76152e7&quot;,&quot;order&quot;:&quot;55&quot;}},&quot;880de1b3-1de9-4987-9820-4c3fa56d5f76&quot;:{&quot;id&quot;:&quot;880de1b3-1de9-4987-9820-4c3fa56d5f76&quot;,&quot;type&quot;:&quot;FIGURE_OBJECT&quot;,&quot;relativeTransform&quot;:{&quot;translate&quot;:{&quot;x&quot;:-267.91039529171127,&quot;y&quot;:35.225604328235555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0.041148570314782,&quot;color&quot;:&quot;rgba(192,56,48,1)&quot;,&quot;fontWeight&quot;:&quot;normal&quot;,&quot;fontStyle&quot;:&quot;normal&quot;,&quot;decoration&quot;:&quot;none&quot;},&quot;range&quot;:[0,0]}],&quot;text&quot;:&quot;N&quot;,&quot;baseStyle&quot;:{&quot;fontFamily&quot;:&quot;Roboto&quot;,&quot;fontSize&quot;:10.041148570314782,&quot;color&quot;:&quot;rgba(192,56,48,1)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9.978391391750323,&quot;y&quot;:13.21666180567684},&quot;targetSize&quot;:{&quot;x&quot;:9.978391391750323,&quot;y&quot;:13.21666180567684}},&quot;parent&quot;:{&quot;type&quot;:&quot;CHILD&quot;,&quot;parentId&quot;:&quot;8ab12519-fbe3-42cc-b1af-85ffb76152e7&quot;,&quot;order&quot;:&quot;5&quot;}},&quot;c5cc7e7f-b55d-4bd5-9e87-eeafaa02c02e&quot;:{&quot;relativeTransform&quot;:{&quot;translate&quot;:{&quot;x&quot;:-514.884980211434,&quot;y&quot;:351.196720015507},&quot;rotate&quot;:2.387897339585323},&quot;type&quot;:&quot;FIGURE_OBJECT&quot;,&quot;id&quot;:&quot;c5cc7e7f-b55d-4bd5-9e87-eeafaa02c02e&quot;,&quot;opacity&quot;:0.9,&quot;path&quot;:{&quot;type&quot;:&quot;POLY_LINE&quot;,&quot;points&quot;:[{&quot;x&quot;:-334.2800292033242,&quot;y&quot;:29.637162622084062},{&quot;x&quot;:-334.2800292033242,&quot;y&quot;:12.815493489711118}],&quot;closed&quot;:false},&quot;pathStyles&quot;:[{&quot;type&quot;:&quot;FILL&quot;,&quot;fillStyle&quot;:&quot;rgba(0,0,0,0)&quot;},{&quot;type&quot;:&quot;STROKE&quot;,&quot;strokeStyle&quot;:&quot;rgba(0, 0, 0, 1)&quot;,&quot;lineWidth&quot;:0.9413576784670109,&quot;lineJoin&quot;:&quot;round&quot;}],&quot;isLocked&quot;:false,&quot;parent&quot;:{&quot;type&quot;:&quot;CHILD&quot;,&quot;parentId&quot;:&quot;8ab12519-fbe3-42cc-b1af-85ffb76152e7&quot;,&quot;order&quot;:&quot;3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2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7e53a852-59ca-48c7-808b-62aa61921675&quot;:{&quot;id&quot;:&quot;7e53a852-59ca-48c7-808b-62aa61921675&quot;,&quot;name&quot;:&quot;Donut 2&quot;,&quot;displayName&quot;:&quot;&quot;,&quot;type&quot;:&quot;FIGURE_OBJECT&quot;,&quot;relativeTransform&quot;:{&quot;translate&quot;:{&quot;x&quot;:-292.2785635740018,&quot;y&quot;:102.91943227444139},&quot;rotate&quot;:0.3140484707791409,&quot;skewX&quot;:2.540964292720243e-16,&quot;scale&quot;:{&quot;x&quot;:0.3305033289285947,&quot;y&quot;:0.5508388669554116}},&quot;image&quot;:{&quot;url&quot;:&quot;https://icons.cdn.biorender.com/biorender/60391182fdfee50028771150/5be5e5b87664d21200a3f5a2.png&quot;,&quot;isPremium&quot;:false,&quot;isOrgIcon&quot;:false,&quot;size&quot;:{&quot;x&quot;:100,&quot;y&quot;:100},&quot;fallbackUrl&quot;:&quot;sources/icons/60391182fdfee50028771150/5be5e5b87664d21200a3f5a2.svg&quot;},&quot;source&quot;:{&quot;id&quot;:&quot;5be5e5b87664d21200a3f5a2&quot;,&quot;version&quot;:&quot;20190307192703&quot;,&quot;type&quot;:&quot;ASSETS&quot;},&quot;isPremium&quot;:false,&quot;parent&quot;:{&quot;type&quot;:&quot;CHILD&quot;,&quot;parentId&quot;:&quot;8ab12519-fbe3-42cc-b1af-85ffb76152e7&quot;,&quot;order&quot;:&quot;25&quot;},&quot;opacity&quot;:0.35},&quot;6665ee2e-f040-4f89-a827-3587031b0ace&quot;:{&quot;relativeTransform&quot;:{&quot;translate&quot;:{&quot;x&quot;:0,&quot;y&quot;:0},&quot;rotate&quot;:0,&quot;skewX&quot;:0,&quot;scale&quot;:{&quot;x&quot;:1,&quot;y&quot;:1}},&quot;type&quot;:&quot;FIGURE_OBJECT&quot;,&quot;id&quot;:&quot;6665ee2e-f040-4f89-a827-3587031b0ace&quot;,&quot;opacity&quot;:0.9,&quot;path&quot;:{&quot;type&quot;:&quot;POLY_LINE&quot;,&quot;points&quot;:[{&quot;x&quot;:-283.7705372207569,&quot;y&quot;:76.72454477813223},{&quot;x&quot;:-262.8903739790025,&quot;y&quot;:104.67195406036417}],&quot;closed&quot;:false},&quot;pathStyles&quot;:[{&quot;type&quot;:&quot;FILL&quot;,&quot;fillStyle&quot;:&quot;rgba(0,0,0,0)&quot;},{&quot;type&quot;:&quot;STROKE&quot;,&quot;strokeStyle&quot;:&quot;rgba(0, 0, 0, 1)&quot;,&quot;lineWidth&quot;:0.9413576784670109,&quot;lineJoin&quot;:&quot;round&quot;}],&quot;isLocked&quot;:false,&quot;parent&quot;:{&quot;type&quot;:&quot;CHILD&quot;,&quot;parentId&quot;:&quot;8ab12519-fbe3-42cc-b1af-85ffb76152e7&quot;,&quot;order&quot;:&quot;2&quot;},&quot;connectorInfo&quot;:{&quot;connectedObjects&quot;:[],&quot;type&quot;:&quot;LINE&quot;,&quot;offset&quot;:{&quot;x&quot;:0,&quot;y&quot;:0},&quot;bending&quot;:0.1,&quot;firstElementIsHead&quot;:true,&quot;customized&quot;:false,&quot;connectedObjectAtLineStart&quot;:{&quot;objectId&quot;:&quot;7e53a852-59ca-48c7-808b-62aa61921675&quot;,&quot;coordinates&quot;:{&quot;x&quot;:0.5,&quot;y&quot;:0}}},&quot;pathMarkers&quot;:{&quot;markerEnd&quot;:{&quot;type&quot;:&quot;PATH&quot;,&quot;units&quot;:{&quot;type&quot;:&quot;STROKE_WIDTH&quot;,&quot;scale&quot;:2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4bbb866c-0253-46e1-bccf-988d0cf0f25e&quot;:{&quot;relativeTransform&quot;:{&quot;translate&quot;:{&quot;x&quot;:0,&quot;y&quot;:0},&quot;rotate&quot;:0},&quot;type&quot;:&quot;FIGURE_OBJECT&quot;,&quot;id&quot;:&quot;4bbb866c-0253-46e1-bccf-988d0cf0f25e&quot;,&quot;opacity&quot;:0.9,&quot;path&quot;:{&quot;type&quot;:&quot;POLY_LINE&quot;,&quot;points&quot;:[{&quot;x&quot;:-284.4381667799534,&quot;y&quot;:77.39217433732864},{&quot;x&quot;:-244.67597846683526,&quot;y&quot;:99.15603669746933}],&quot;closed&quot;:false},&quot;pathStyles&quot;:[{&quot;type&quot;:&quot;FILL&quot;,&quot;fillStyle&quot;:&quot;rgba(0,0,0,0)&quot;},{&quot;type&quot;:&quot;STROKE&quot;,&quot;strokeStyle&quot;:&quot;rgba(0, 0, 0, 1)&quot;,&quot;lineWidth&quot;:0.9413576784670108,&quot;lineJoin&quot;:&quot;round&quot;}],&quot;isLocked&quot;:false,&quot;parent&quot;:{&quot;type&quot;:&quot;CHILD&quot;,&quot;parentId&quot;:&quot;8ab12519-fbe3-42cc-b1af-85ffb76152e7&quot;,&quot;order&quot;:&quot;1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2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bf3c60d6-5e1f-4078-947d-a82ad9da2adf&quot;:{&quot;relativeTransform&quot;:{&quot;translate&quot;:{&quot;x&quot;:47.8327322853404,&quot;y&quot;:0},&quot;rotate&quot;:0},&quot;type&quot;:&quot;FIGURE_OBJECT&quot;,&quot;id&quot;:&quot;bf3c60d6-5e1f-4078-947d-a82ad9da2adf&quot;,&quot;opacity&quot;:0.9,&quot;path&quot;:{&quot;type&quot;:&quot;POLY_LINE&quot;,&quot;points&quot;:[{&quot;x&quot;:-334.2800292033243,&quot;y&quot;:79.08024316633255},{&quot;x&quot;:-334.2800292033243,&quot;y&quot;:34.195322756967805}],&quot;closed&quot;:false},&quot;pathStyles&quot;:[{&quot;type&quot;:&quot;FILL&quot;,&quot;fillStyle&quot;:&quot;rgba(0,0,0,0)&quot;},{&quot;type&quot;:&quot;STROKE&quot;,&quot;strokeStyle&quot;:&quot;rgba(0, 0, 0, 1)&quot;,&quot;lineWidth&quot;:0.9413576784670109,&quot;lineJoin&quot;:&quot;round&quot;}],&quot;isLocked&quot;:false,&quot;parent&quot;:{&quot;type&quot;:&quot;CHILD&quot;,&quot;parentId&quot;:&quot;8ab12519-fbe3-42cc-b1af-85ffb76152e7&quot;,&quot;order&quot;:&quot;1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2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e1fbb8a2-f3a1-455a-885e-153f603e0393&quot;:{&quot;type&quot;:&quot;FIGURE_OBJECT&quot;,&quot;id&quot;:&quot;e1fbb8a2-f3a1-455a-885e-153f603e0393&quot;,&quot;parent&quot;:{&quot;type&quot;:&quot;CHILD&quot;,&quot;parentId&quot;:&quot;8ab12519-fbe3-42cc-b1af-85ffb76152e7&quot;,&quot;order&quot;:&quot;05&quot;},&quot;relativeTransform&quot;:{&quot;translate&quot;:{&quot;x&quot;:-5.318777704068085,&quot;y&quot;:203.0970845923086},&quot;rotate&quot;:0}},&quot;f8bc71e8-0e24-4e98-a861-0ef99ce0763e&quot;:{&quot;type&quot;:&quot;FIGURE_OBJECT&quot;,&quot;id&quot;:&quot;f8bc71e8-0e24-4e98-a861-0ef99ce0763e&quot;,&quot;parent&quot;:{&quot;type&quot;:&quot;CROP&quot;,&quot;parentId&quot;:&quot;e1fbb8a2-f3a1-455a-885e-153f603e0393&quot;,&quot;order&quot;:&quot;5&quot;},&quot;relativeTransform&quot;:{&quot;translate&quot;:{&quot;x&quot;:-291.1711054283376,&quot;y&quot;:-103.45409084060059},&quot;rotate&quot;:0,&quot;skewX&quot;:0,&quot;scale&quot;:{&quot;x&quot;:60.91366460404451,&quot;y&quot;:60.9136646040445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8a440b6e-1604-43b3-9471-196bff6c288c&quot;:{&quot;id&quot;:&quot;8a440b6e-1604-43b3-9471-196bff6c288c&quot;,&quot;name&quot;:&quot;image.png&quot;,&quot;type&quot;:&quot;FIGURE_OBJECT&quot;,&quot;relativeTransform&quot;:{&quot;translate&quot;:{&quot;x&quot;:-291.1711054283376,&quot;y&quot;:-103.45409084060059},&quot;rotate&quot;:0,&quot;skewX&quot;:0,&quot;scale&quot;:{&quot;x&quot;:0.45572445370433307,&quot;y&quot;:0.4557244537043330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e1fbb8a2-f3a1-455a-885e-153f603e0393&quot;,&quot;order&quot;:&quot;5&quot;},&quot;styles&quot;:{&quot;editable&quot;:[{&quot;styleName&quot;:&quot;MONOCHROME_COLOR&quot;,&quot;index&quot;:0,&quot;color&quot;:&quot;#BBBBBC&quot;}]}},&quot;b51471c5-7a8f-4b50-878b-d4dc3aca9565&quot;:{&quot;type&quot;:&quot;FIGURE_OBJECT&quot;,&quot;id&quot;:&quot;b51471c5-7a8f-4b50-878b-d4dc3aca9565&quot;,&quot;parent&quot;:{&quot;type&quot;:&quot;CHILD&quot;,&quot;parentId&quot;:&quot;440615ec-50bb-4f99-959f-789c5c907dcf&quot;,&quot;order&quot;:&quot;7&quot;},&quot;relativeTransform&quot;:{&quot;translate&quot;:{&quot;x&quot;:72.92118704735158,&quot;y&quot;:529.7974950478133},&quot;rotate&quot;:0,&quot;skewX&quot;:0,&quot;scale&quot;:{&quot;x&quot;:1,&quot;y&quot;:1}}},&quot;15d37d07-a296-4b26-9f62-c6af04e0014a&quot;:{&quot;type&quot;:&quot;FIGURE_OBJECT&quot;,&quot;id&quot;:&quot;15d37d07-a296-4b26-9f62-c6af04e0014a&quot;,&quot;relativeTransform&quot;:{&quot;translate&quot;:{&quot;x&quot;:-339.2418183098562,&quot;y&quot;:195.20951208652627},&quot;rotate&quot;:0.3045789997672675,&quot;skewX&quot;:1.8792828481021793e-16},&quot;opacity&quot;:1,&quot;path&quot;:{&quot;type&quot;:&quot;ELLIPSE&quot;,&quot;size&quot;:{&quot;x&quot;:20.31479652112062,&quot;y&quot;:34.330487046288894}},&quot;isLocked&quot;:false,&quot;pathStyles&quot;:[{&quot;type&quot;:&quot;FILL&quot;,&quot;fillStyle&quot;:&quot;rgba(246, 244, 214, 1)&quot;},{&quot;type&quot;:&quot;STROKE&quot;,&quot;strokeStyle&quot;:&quot;rgba(129,134,137,1)&quot;,&quot;lineWidth&quot;:1.8827153569340218,&quot;lineJoin&quot;:&quot;round&quot;}],&quot;parent&quot;:{&quot;type&quot;:&quot;CHILD&quot;,&quot;parentId&quot;:&quot;b51471c5-7a8f-4b50-878b-d4dc3aca9565&quot;,&quot;order&quot;:&quot;5&quot;}},&quot;104243e7-3b21-4524-af9b-6c3f606d1100&quot;:{&quot;type&quot;:&quot;FIGURE_OBJECT&quot;,&quot;id&quot;:&quot;104243e7-3b21-4524-af9b-6c3f606d1100&quot;,&quot;parent&quot;:{&quot;type&quot;:&quot;CHILD&quot;,&quot;parentId&quot;:&quot;b51471c5-7a8f-4b50-878b-d4dc3aca9565&quot;,&quot;order&quot;:&quot;2&quot;},&quot;relativeTransform&quot;:{&quot;translate&quot;:{&quot;x&quot;:-8.119209976777968,&quot;y&quot;:310.5934351487625},&quot;rotate&quot;:0}},&quot;9d608524-aca9-4e4e-ab64-3636bbdbbe2f&quot;:{&quot;type&quot;:&quot;FIGURE_OBJECT&quot;,&quot;id&quot;:&quot;9d608524-aca9-4e4e-ab64-3636bbdbbe2f&quot;,&quot;parent&quot;:{&quot;type&quot;:&quot;CROP&quot;,&quot;parentId&quot;:&quot;104243e7-3b21-4524-af9b-6c3f606d1100&quot;,&quot;order&quot;:&quot;5&quot;},&quot;relativeTransform&quot;:{&quot;translate&quot;:{&quot;x&quot;:-291.1711054283376,&quot;y&quot;:-103.45409084060059},&quot;rotate&quot;:0,&quot;skewX&quot;:0,&quot;scale&quot;:{&quot;x&quot;:60.91366460404451,&quot;y&quot;:60.9136646040445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c8ff1655-b0c5-4671-abfc-a05d7685bbc6&quot;:{&quot;id&quot;:&quot;c8ff1655-b0c5-4671-abfc-a05d7685bbc6&quot;,&quot;name&quot;:&quot;image.png&quot;,&quot;type&quot;:&quot;FIGURE_OBJECT&quot;,&quot;relativeTransform&quot;:{&quot;translate&quot;:{&quot;x&quot;:-291.1711054283376,&quot;y&quot;:-103.45409084060059},&quot;rotate&quot;:0,&quot;skewX&quot;:0,&quot;scale&quot;:{&quot;x&quot;:0.45572445370433307,&quot;y&quot;:0.4557244537043330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104243e7-3b21-4524-af9b-6c3f606d1100&quot;,&quot;order&quot;:&quot;5&quot;},&quot;styles&quot;:{&quot;editable&quot;:[{&quot;styleName&quot;:&quot;MONOCHROME_COLOR&quot;,&quot;index&quot;:0,&quot;color&quot;:&quot;#BBBBBC&quot;}]}},&quot;292d7755-aa4b-48a2-b3d0-168f554fcf15&quot;:{&quot;type&quot;:&quot;FIGURE_OBJECT&quot;,&quot;id&quot;:&quot;292d7755-aa4b-48a2-b3d0-168f554fcf15&quot;,&quot;parent&quot;:{&quot;type&quot;:&quot;CHILD&quot;,&quot;parentId&quot;:&quot;440615ec-50bb-4f99-959f-789c5c907dcf&quot;,&quot;order&quot;:&quot;1&quot;},&quot;relativeTransform&quot;:{&quot;translate&quot;:{&quot;x&quot;:60.70890567333234,&quot;y&quot;:509.7865264814407},&quot;rotate&quot;:0,&quot;skewX&quot;:0,&quot;scale&quot;:{&quot;x&quot;:1,&quot;y&quot;:1}}},&quot;7dee4fc7-a003-4c18-a11c-cea0d668995a&quot;:{&quot;type&quot;:&quot;FIGURE_OBJECT&quot;,&quot;id&quot;:&quot;7dee4fc7-a003-4c18-a11c-cea0d668995a&quot;,&quot;parent&quot;:{&quot;type&quot;:&quot;CROP&quot;,&quot;parentId&quot;:&quot;292d7755-aa4b-48a2-b3d0-168f554fcf15&quot;,&quot;order&quot;:&quot;5&quot;},&quot;relativeTransform&quot;:{&quot;translate&quot;:{&quot;x&quot;:-291.1711054283376,&quot;y&quot;:-103.45409084060059},&quot;rotate&quot;:0,&quot;skewX&quot;:0,&quot;scale&quot;:{&quot;x&quot;:60.91366460404451,&quot;y&quot;:60.9136646040445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2424d3e5-f022-4bc8-bcec-aca5c4b19f06&quot;:{&quot;id&quot;:&quot;2424d3e5-f022-4bc8-bcec-aca5c4b19f06&quot;,&quot;name&quot;:&quot;image.png&quot;,&quot;type&quot;:&quot;FIGURE_OBJECT&quot;,&quot;relativeTransform&quot;:{&quot;translate&quot;:{&quot;x&quot;:-291.1711054283376,&quot;y&quot;:-103.45409084060059},&quot;rotate&quot;:0,&quot;skewX&quot;:0,&quot;scale&quot;:{&quot;x&quot;:0.45572445370433307,&quot;y&quot;:0.4557244537043330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292d7755-aa4b-48a2-b3d0-168f554fcf15&quot;,&quot;order&quot;:&quot;5&quot;},&quot;styles&quot;:{&quot;editable&quot;:[{&quot;styleName&quot;:&quot;MONOCHROME_COLOR&quot;,&quot;index&quot;:0,&quot;color&quot;:&quot;#BBBBBC&quot;}]}},&quot;03b171aa-d786-4615-9958-8a1bb83bed49&quot;:{&quot;relativeTransform&quot;:{&quot;translate&quot;:{&quot;x&quot;:-248.48103754634863,&quot;y&quot;:525.6007059825597},&quot;rotate&quot;:0,&quot;skewX&quot;:0,&quot;scale&quot;:{&quot;x&quot;:1,&quot;y&quot;:1}},&quot;type&quot;:&quot;FIGURE_OBJECT&quot;,&quot;id&quot;:&quot;03b171aa-d786-4615-9958-8a1bb83bed49&quot;,&quot;opacity&quot;:1,&quot;path&quot;:{&quot;type&quot;:&quot;RECT&quot;,&quot;size&quot;:{&quot;x&quot;:77.44618498409001,&quot;y&quot;:18.33579927137071},&quot;cornerRounding&quot;:{&quot;type&quot;:&quot;ARC_LENGTH&quot;,&quot;global&quot;:0},&quot;selectedObjectIds&quot;:[&quot;4ed980aa-ade2-452c-bde8-da7f4a4824fe&quot;]},&quot;pathStyles&quot;:[{&quot;type&quot;:&quot;FILL&quot;,&quot;fillStyle&quot;:&quot;rgb(187, 187, 188)&quot;},{&quot;type&quot;:&quot;STROKE&quot;,&quot;strokeStyle&quot;:&quot;rgba(112,112,113,1)&quot;,&quot;lineWidth&quot;:2.1324810237496896,&quot;lineJoin&quot;:&quot;round&quot;}],&quot;isLocked&quot;:false,&quot;parent&quot;:{&quot;type&quot;:&quot;CHILD&quot;,&quot;parentId&quot;:&quot;440615ec-50bb-4f99-959f-789c5c907dcf&quot;,&quot;order&quot;:&quot;3&quot;},&quot;name&quot;:&quot;Shape (rectangle, editable)&quot;,&quot;displayName&quot;:&quot;Shape (rectangle, editable)&quot;,&quot;source&quot;:{&quot;id&quot;:&quot;625847ac0dd7ad237f037144&quot;,&quot;type&quot;:&quot;ASSETS&quot;},&quot;isPremium&quot;:false},&quot;d16a49a1-ff9d-49e3-9099-cefa1af3acb7&quot;:{&quot;relativeTransform&quot;:{&quot;translate&quot;:{&quot;x&quot;:-248.48103304547803,&quot;y&quot;:484.89014509677673},&quot;rotate&quot;:0,&quot;skewX&quot;:0,&quot;scale&quot;:{&quot;x&quot;:1,&quot;y&quot;:1}},&quot;type&quot;:&quot;FIGURE_OBJECT&quot;,&quot;id&quot;:&quot;d16a49a1-ff9d-49e3-9099-cefa1af3acb7&quot;,&quot;opacity&quot;:1,&quot;path&quot;:{&quot;type&quot;:&quot;RECT&quot;,&quot;size&quot;:{&quot;x&quot;:77.44618498409001,&quot;y&quot;:34.33908816149734},&quot;cornerRounding&quot;:{&quot;type&quot;:&quot;ARC_LENGTH&quot;,&quot;global&quot;:0},&quot;selectedObjectIds&quot;:[&quot;4ed980aa-ade2-452c-bde8-da7f4a4824fe&quot;]},&quot;pathStyles&quot;:[{&quot;type&quot;:&quot;FILL&quot;,&quot;fillStyle&quot;:&quot;rgb(187, 187, 188)&quot;},{&quot;type&quot;:&quot;STROKE&quot;,&quot;strokeStyle&quot;:&quot;rgb(112, 112, 113)&quot;,&quot;lineWidth&quot;:2.1324810237496896,&quot;lineJoin&quot;:&quot;round&quot;}],&quot;isLocked&quot;:false,&quot;parent&quot;:{&quot;type&quot;:&quot;CHILD&quot;,&quot;parentId&quot;:&quot;440615ec-50bb-4f99-959f-789c5c907dcf&quot;,&quot;order&quot;:&quot;2&quot;},&quot;name&quot;:&quot;Shape (rectangle, editable)&quot;,&quot;displayName&quot;:&quot;Shape (rectangle, editable)&quot;,&quot;source&quot;:{&quot;id&quot;:&quot;625847ac0dd7ad237f037144&quot;,&quot;type&quot;:&quot;ASSETS&quot;},&quot;isPremium&quot;:false,&quot;layout&quot;:{&quot;sizeRatio&quot;:{&quot;x&quot;:0.88,&quot;y&quot;:0.88},&quot;keepAspectRatio&quot;:false}},&quot;4ea6f99c-376a-40e7-ba53-e0405b0ed192&quot;:{&quot;id&quot;:&quot;4ea6f99c-376a-40e7-ba53-e0405b0ed19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9.502460231747104,&quot;color&quot;:&quot;black&quot;,&quot;fontWeight&quot;:&quot;normal&quot;,&quot;fontStyle&quot;:&quot;normal&quot;,&quot;decoration&quot;:&quot;none&quot;}}]},&quot;format&quot;:&quot;BETTER_TEXT&quot;,&quot;size&quot;:{&quot;x&quot;:68.1526427859992,&quot;y&quot;:22.985042415987657},&quot;targetSize&quot;:{&quot;x&quot;:68.1526427859992,&quot;y&quot;:2}},&quot;parent&quot;:{&quot;type&quot;:&quot;CHILD&quot;,&quot;parentId&quot;:&quot;d16a49a1-ff9d-49e3-9099-cefa1af3acb7&quot;,&quot;order&quot;:&quot;5&quot;}},&quot;0f9dc9c2-834d-42c8-a198-c5ceaecc3d18&quot;:{&quot;type&quot;:&quot;FIGURE_OBJECT&quot;,&quot;id&quot;:&quot;0f9dc9c2-834d-42c8-a198-c5ceaecc3d18&quot;,&quot;parent&quot;:{&quot;type&quot;:&quot;CHILD&quot;,&quot;parentId&quot;:&quot;e77a6db6-4a18-49d8-85d1-681479508725&quot;,&quot;order&quot;:&quot;2&quot;},&quot;relativeTransform&quot;:{}},&quot;87649038-58a2-47ce-826c-a1c85cd05dce&quot;:{&quot;id&quot;:&quot;87649038-58a2-47ce-826c-a1c85cd05dce&quot;,&quot;type&quot;:&quot;FIGURE_OBJECT&quot;,&quot;relativeTransform&quot;:{&quot;translate&quot;:{&quot;x&quot;:-405.2552769414289,&quot;y&quot;:763.424650530594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30,0&quot;}],&quot;_lastCaretLocation&quot;:{&quot;lineIndex&quot;:0,&quot;runIndex&quot;:2,&quot;charIndex&quot;:4}},&quot;format&quot;:&quot;BETTER_TEXT&quot;,&quot;size&quot;:{&quot;x&quot;:42.23199939727783,&quot;y&quot;:32.73291386801292},&quot;targetSize&quot;:{&quot;x&quot;:41.739322662353516,&quot;y&quot;:32.73291386801292}},&quot;parent&quot;:{&quot;type&quot;:&quot;CHILD&quot;,&quot;parentId&quot;:&quot;0f9dc9c2-834d-42c8-a198-c5ceaecc3d18&quot;,&quot;order&quot;:&quot;7&quot;}},&quot;010549c2-408f-4ff0-83fd-84db86e2d891&quot;:{&quot;id&quot;:&quot;010549c2-408f-4ff0-83fd-84db86e2d891&quot;,&quot;type&quot;:&quot;FIGURE_OBJECT&quot;,&quot;relativeTransform&quot;:{&quot;translate&quot;:{&quot;x&quot;:-405.254891467429,&quot;y&quot;:619.985897507131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20,0&quot;}],&quot;_lastCaretLocation&quot;:{&quot;lineIndex&quot;:0,&quot;runIndex&quot;:2,&quot;charIndex&quot;:4}},&quot;format&quot;:&quot;BETTER_TEXT&quot;,&quot;size&quot;:{&quot;x&quot;:42.23199939727783,&quot;y&quot;:32.73291386801292},&quot;targetSize&quot;:{&quot;x&quot;:39.64114475250244,&quot;y&quot;:32.73291386801292}},&quot;parent&quot;:{&quot;type&quot;:&quot;CHILD&quot;,&quot;parentId&quot;:&quot;0f9dc9c2-834d-42c8-a198-c5ceaecc3d18&quot;,&quot;order&quot;:&quot;5&quot;}},&quot;05fe4aff-35d0-48c0-bcba-0fb9eadf9888&quot;:{&quot;id&quot;:&quot;05fe4aff-35d0-48c0-bcba-0fb9eadf9888&quot;,&quot;type&quot;:&quot;FIGURE_OBJECT&quot;,&quot;relativeTransform&quot;:{&quot;translate&quot;:{&quot;x&quot;:-405.2545483333258,&quot;y&quot;:476.701876218337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10,0&quot;}],&quot;_lastCaretLocation&quot;:{&quot;lineIndex&quot;:0,&quot;runIndex&quot;:2,&quot;charIndex&quot;:4}},&quot;format&quot;:&quot;BETTER_TEXT&quot;,&quot;size&quot;:{&quot;x&quot;:42.23199939727783,&quot;y&quot;:32.73291386801292},&quot;targetSize&quot;:{&quot;x&quot;:39.64114475250244,&quot;y&quot;:32.73291386801292}},&quot;parent&quot;:{&quot;type&quot;:&quot;CHILD&quot;,&quot;parentId&quot;:&quot;0f9dc9c2-834d-42c8-a198-c5ceaecc3d18&quot;,&quot;order&quot;:&quot;2&quot;}},&quot;17d2b4c4-59ba-4a02-8fff-94cb5654926b&quot;:{&quot;id&quot;:&quot;17d2b4c4-59ba-4a02-8fff-94cb5654926b&quot;,&quot;type&quot;:&quot;FIGURE_OBJECT&quot;,&quot;relativeTransform&quot;:{&quot;translate&quot;:{&quot;x&quot;:-404.1430004707676,&quot;y&quot;:380.6330079585423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00,0&quot;,&quot;baseStyle&quot;:{&quot;fontFamily&quot;:&quot;Arial&quot;,&quot;fontSize&quot;:20,&quot;color&quot;:&quot;black&quot;,&quot;fontWeight&quot;:&quot;normal&quot;,&quot;fontStyle&quot;:&quot;normal&quot;,&quot;decoration&quot;:&quot;none&quot;,&quot;script&quot;:&quot;super&quot;}}]},&quot;format&quot;:&quot;BETTER_TEXT&quot;,&quot;size&quot;:{&quot;x&quot;:44.45599842071533,&quot;y&quot;:32.73291386801292},&quot;targetSize&quot;:{&quot;x&quot;:35.444791316986084,&quot;y&quot;:32.73291386801292}},&quot;parent&quot;:{&quot;type&quot;:&quot;CHILD&quot;,&quot;parentId&quot;:&quot;0f9dc9c2-834d-42c8-a198-c5ceaecc3d18&quot;,&quot;order&quot;:&quot;1&quot;}},&quot;0a4f4cac-c4ac-472c-9f72-91099bc8cf46&quot;:{&quot;type&quot;:&quot;FIGURE_OBJECT&quot;,&quot;id&quot;:&quot;0a4f4cac-c4ac-472c-9f72-91099bc8cf46&quot;,&quot;relativeTransform&quot;:{&quot;translate&quot;:{&quot;x&quot;:-368.175153883827,&quot;y&quot;:310.98504775686786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11.69038474869902,&quot;y&quot;:30.931556786411463},&quot;cornerRounding&quot;:{&quot;type&quot;:&quot;ARC_LENGTH&quot;,&quot;global&quot;:6.324552885632121}},&quot;pathStyles&quot;:[{&quot;type&quot;:&quot;FILL&quot;,&quot;fillStyle&quot;:&quot;rgba(246, 244, 214, 1)&quot;},{&quot;type&quot;:&quot;STROKE&quot;,&quot;strokeStyle&quot;:&quot;rgba(0,0,0,0)&quot;,&quot;lineWidth&quot;:1,&quot;lineJoin&quot;:&quot;round&quot;}],&quot;isLocked&quot;:false,&quot;parent&quot;:{&quot;type&quot;:&quot;CHILD&quot;,&quot;parentId&quot;:&quot;e77a6db6-4a18-49d8-85d1-681479508725&quot;,&quot;order&quot;:&quot;5&quot;}},&quot;2656c2ba-daf1-441a-bd5a-7b4925775463&quot;:{&quot;type&quot;:&quot;FIGURE_OBJECT&quot;,&quot;id&quot;:&quot;2656c2ba-daf1-441a-bd5a-7b492577546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rgb(0,0,0)&quot;,&quot;fontWeight&quot;:&quot;bold&quot;,&quot;fontStyle&quot;:&quot;normal&quot;,&quot;decoration&quot;:&quot;none&quot;,&quot;script&quot;:&quot;none&quot;},&quot;range&quot;:[0,10]}],&quot;text&quot;:&quot;Descriptors&quot;}],&quot;verticalAlign&quot;:&quot;TOP&quot;,&quot;_lastCaretLocation&quot;:{&quot;lineIndex&quot;:0,&quot;runIndex&quot;:-1,&quot;charIndex&quot;:-1,&quot;endOfLine&quot;:true}},&quot;size&quot;:{&quot;x&quot;:110.94001007080078,&quot;y&quot;:20},&quot;targetSize&quot;:{&quot;x&quot;:109.2138689960258,&quot;y&quot;:2},&quot;format&quot;:&quot;BETTER_TEXT&quot;,&quot;verticalAlign&quot;:&quot;TOP&quot;},&quot;parent&quot;:{&quot;type&quot;:&quot;CHILD&quot;,&quot;parentId&quot;:&quot;0a4f4cac-c4ac-472c-9f72-91099bc8cf46&quot;,&quot;order&quot;:&quot;5&quot;}},&quot;a5c03bc7-a457-4b9a-a1eb-a58765e885a8&quot;:{&quot;type&quot;:&quot;FIGURE_OBJECT&quot;,&quot;id&quot;:&quot;a5c03bc7-a457-4b9a-a1eb-a58765e885a8&quot;,&quot;relativeTransform&quot;:{&quot;translate&quot;:{&quot;x&quot;:-232.65087465570537,&quot;y&quot;:311.9509502836628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46.3431847976224,&quot;y&quot;:42.10526315789474},&quot;cornerRounding&quot;:{&quot;type&quot;:&quot;ARC_LENGTH&quot;,&quot;global&quot;:6.324552885632121}},&quot;pathStyles&quot;:[{&quot;type&quot;:&quot;FILL&quot;,&quot;fillStyle&quot;:&quot;rgba(246, 244, 214, 1)&quot;},{&quot;type&quot;:&quot;STROKE&quot;,&quot;strokeStyle&quot;:&quot;rgba(0,0,0,0)&quot;,&quot;lineWidth&quot;:1,&quot;lineJoin&quot;:&quot;round&quot;}],&quot;isLocked&quot;:false,&quot;parent&quot;:{&quot;type&quot;:&quot;CHILD&quot;,&quot;parentId&quot;:&quot;e77a6db6-4a18-49d8-85d1-681479508725&quot;,&quot;order&quot;:&quot;3&quot;}},&quot;c00e0791-c256-4985-8cf5-66e1f412abf4&quot;:{&quot;type&quot;:&quot;FIGURE_OBJECT&quot;,&quot;id&quot;:&quot;c00e0791-c256-4985-8cf5-66e1f412abf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rgb(0,0,0)&quot;,&quot;fontWeight&quot;:&quot;bold&quot;,&quot;fontStyle&quot;:&quot;normal&quot;,&quot;decoration&quot;:&quot;none&quot;,&quot;script&quot;:&quot;none&quot;},&quot;range&quot;:[0,20]}],&quot;text&quot;:&quot;Visual Representation&quot;}],&quot;verticalAlign&quot;:&quot;TOP&quot;,&quot;_lastCaretLocation&quot;:{&quot;lineIndex&quot;:0,&quot;runIndex&quot;:0,&quot;charIndex&quot;:7}},&quot;size&quot;:{&quot;x&quot;:145.36000061035156,&quot;y&quot;:40},&quot;targetSize&quot;:{&quot;x&quot;:131.7733115604511,&quot;y&quot;:2},&quot;format&quot;:&quot;BETTER_TEXT&quot;,&quot;verticalAlign&quot;:&quot;TOP&quot;},&quot;parent&quot;:{&quot;type&quot;:&quot;CHILD&quot;,&quot;parentId&quot;:&quot;a5c03bc7-a457-4b9a-a1eb-a58765e885a8&quot;,&quot;order&quot;:&quot;5&quot;}},&quot;0ee9cd9b-96cb-4fb4-b581-7a688ffd7728&quot;:{&quot;type&quot;:&quot;FIGURE_OBJECT&quot;,&quot;id&quot;:&quot;0ee9cd9b-96cb-4fb4-b581-7a688ffd7728&quot;,&quot;parent&quot;:{&quot;type&quot;:&quot;CHILD&quot;,&quot;parentId&quot;:&quot;e77a6db6-4a18-49d8-85d1-681479508725&quot;,&quot;order&quot;:&quot;6&quot;},&quot;relativeTransform&quot;:{&quot;translate&quot;:{&quot;x&quot;:12.375496810583627,&quot;y&quot;:516.8859354873523},&quot;rotate&quot;:0,&quot;skewX&quot;:0,&quot;scale&quot;:{&quot;x&quot;:1,&quot;y&quot;:1}}},&quot;8d361cd8-026b-412d-a68c-6191e6d83afe&quot;:{&quot;id&quot;:&quot;8d361cd8-026b-412d-a68c-6191e6d83afe&quot;,&quot;type&quot;:&quot;FIGURE_OBJECT&quot;,&quot;relativeTransform&quot;:{&quot;translate&quot;:{&quot;x&quot;:-340.9087249616513,&quot;y&quot;:248.1340426697152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15]}],&quot;text&quot;:&quot;Euler Character-&quot;},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4]}],&quot;text&quot;:&quot;istic&quot;,&quot;baseStyle&quot;:{&quot;fontFamily&quot;:&quot;Roboto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93.89999389648438,&quot;y&quot;:60},&quot;targetSize&quot;:{&quot;x&quot;:86.8518703570466,&quot;y&quot;:37.34321740475275}},&quot;parent&quot;:{&quot;type&quot;:&quot;CHILD&quot;,&quot;parentId&quot;:&quot;0ee9cd9b-96cb-4fb4-b581-7a688ffd7728&quot;,&quot;order&quot;:&quot;7&quot;}},&quot;82ece910-95ff-4c4e-9c72-37e175e4128e&quot;:{&quot;id&quot;:&quot;82ece910-95ff-4c4e-9c72-37e175e4128e&quot;,&quot;type&quot;:&quot;FIGURE_OBJECT&quot;,&quot;relativeTransform&quot;:{&quot;translate&quot;:{&quot;x&quot;:-342.41701039699416,&quot;y&quot;:104.2431574531035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22]}],&quot;text&quot;:&quot;Integral Mean Curvature&quot;}],&quot;_lastCaretLocation&quot;:{&quot;lineIndex&quot;:0,&quot;runIndex&quot;:-1,&quot;charIndex&quot;:-1,&quot;endOfLine&quot;:true}},&quot;format&quot;:&quot;BETTER_TEXT&quot;,&quot;size&quot;:{&quot;x&quot;:88.95999908447266,&quot;y&quot;:60},&quot;targetSize&quot;:{&quot;x&quot;:63.94974763561228,&quot;y&quot;:46.67902175594094}},&quot;parent&quot;:{&quot;type&quot;:&quot;CHILD&quot;,&quot;parentId&quot;:&quot;0ee9cd9b-96cb-4fb4-b581-7a688ffd7728&quot;,&quot;order&quot;:&quot;6&quot;}},&quot;d4c631b7-36bc-4759-9f90-daf0bfbe8d27&quot;:{&quot;id&quot;:&quot;d4c631b7-36bc-4759-9f90-daf0bfbe8d27&quot;,&quot;type&quot;:&quot;FIGURE_OBJECT&quot;,&quot;relativeTransform&quot;:{&quot;translate&quot;:{&quot;x&quot;:-352.84395033776696,&quot;y&quot;:-36.96153130545449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11]}],&quot;text&quot;:&quot;Surface Area&quot;}],&quot;_lastCaretLocation&quot;:{&quot;lineIndex&quot;:0,&quot;runIndex&quot;:-1,&quot;charIndex&quot;:-1,&quot;endOfLine&quot;:true}},&quot;format&quot;:&quot;BETTER_TEXT&quot;,&quot;size&quot;:{&quot;x&quot;:68.91999578475952,&quot;y&quot;:40},&quot;targetSize&quot;:{&quot;x&quot;:60.804798796152674,&quot;y&quot;:32.86759783964817}},&quot;parent&quot;:{&quot;type&quot;:&quot;CHILD&quot;,&quot;parentId&quot;:&quot;0ee9cd9b-96cb-4fb4-b581-7a688ffd7728&quot;,&quot;order&quot;:&quot;5&quot;}},&quot;0365d73c-9f4d-42c2-9722-8370f08976e6&quot;:{&quot;id&quot;:&quot;0365d73c-9f4d-42c2-9722-8370f08976e6&quot;,&quot;type&quot;:&quot;FIGURE_OBJECT&quot;,&quot;relativeTransform&quot;:{&quot;translate&quot;:{&quot;x&quot;:-354.2231989886888,&quot;y&quot;:-135.1896372192330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5]}],&quot;text&quot;:&quot;Volume&quot;}],&quot;_lastCaretLocation&quot;:{&quot;lineIndex&quot;:0,&quot;runIndex&quot;:-1,&quot;charIndex&quot;:-1,&quot;endOfLine&quot;:true}},&quot;format&quot;:&quot;BETTER_TEXT&quot;,&quot;size&quot;:{&quot;x&quot;:66.26000213623047,&quot;y&quot;:32.86759783964817},&quot;targetSize&quot;:{&quot;x&quot;:50.253993884601854,&quot;y&quot;:32.86759783964817}},&quot;parent&quot;:{&quot;type&quot;:&quot;CHILD&quot;,&quot;parentId&quot;:&quot;0ee9cd9b-96cb-4fb4-b581-7a688ffd7728&quot;,&quot;order&quot;:&quot;2&quot;}},&quot;c1d5a338-67cb-4404-a155-658ce46f8b25&quot;:{&quot;type&quot;:&quot;FIGURE_OBJECT&quot;,&quot;id&quot;:&quot;c1d5a338-67cb-4404-a155-658ce46f8b25&quot;,&quot;relativeTransform&quot;:{&quot;translate&quot;:{&quot;x&quot;:-295.5481447438956,&quot;y&quot;:563.9999524343077},&quot;rotate&quot;:0},&quot;opacity&quot;:1,&quot;path&quot;:{&quot;type&quot;:&quot;RECT&quot;,&quot;size&quot;:{&quot;x&quot;:286.9597469893859,&quot;y&quot;:550.9602121680435},&quot;cornerRounding&quot;:{&quot;type&quot;:&quot;ARC_LENGTH&quot;,&quot;global&quot;:5.9647874228156645}},&quot;pathStyles&quot;:[{&quot;type&quot;:&quot;FILL&quot;,&quot;fillStyle&quot;:&quot;rgba(246, 244, 214, 1)&quot;},{&quot;type&quot;:&quot;STROKE&quot;,&quot;strokeStyle&quot;:&quot;rgba(149, 122, 42, 1)&quot;,&quot;lineWidth&quot;:1.0398459165015093,&quot;lineJoin&quot;:&quot;round&quot;}],&quot;isLocked&quot;:false,&quot;parent&quot;:{&quot;type&quot;:&quot;CHILD&quot;,&quot;parentId&quot;:&quot;e77a6db6-4a18-49d8-85d1-681479508725&quot;,&quot;order&quot;:&quot;1&quot;},&quot;layout&quot;:{&quot;sizeRatio&quot;:{&quot;x&quot;:0.88,&quot;y&quot;:0.88},&quot;keepAspectRatio&quot;:false}},&quot;6466ca22-78aa-4fc2-8686-68e80c02cb3f&quot;:{&quot;id&quot;:&quot;6466ca22-78aa-4fc2-8686-68e80c02cb3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9.41045710802817,&quot;color&quot;:&quot;black&quot;,&quot;fontWeight&quot;:&quot;normal&quot;,&quot;fontStyle&quot;:&quot;normal&quot;,&quot;decoration&quot;:&quot;none&quot;}}]},&quot;format&quot;:&quot;BETTER_TEXT&quot;,&quot;size&quot;:{&quot;x&quot;:252.5245773506596,&quot;y&quot;:23},&quot;targetSize&quot;:{&quot;x&quot;:252.5245773506596,&quot;y&quot;:2}},&quot;parent&quot;:{&quot;type&quot;:&quot;CHILD&quot;,&quot;parentId&quot;:&quot;c1d5a338-67cb-4404-a155-658ce46f8b25&quot;,&quot;order&quot;:&quot;5&quot;}},&quot;2e76fe4a-8378-447e-a40a-5e4730dfce2f&quot;:{&quot;type&quot;:&quot;FIGURE_OBJECT&quot;,&quot;id&quot;:&quot;2e76fe4a-8378-447e-a40a-5e4730dfce2f&quot;,&quot;relativeTransform&quot;:{&quot;translate&quot;:{&quot;x&quot;:-295.54854404371065,&quot;y&quot;:258.75927858250316},&quot;rotate&quot;:0},&quot;layout&quot;:{&quot;sizeRatio&quot;:{&quot;x&quot;:0.99328165374677,&quot;y&quot;:0.95},&quot;keepAspectRatio&quot;:false},&quot;opacity&quot;:1,&quot;path&quot;:{&quot;type&quot;:&quot;RECT&quot;,&quot;size&quot;:{&quot;x&quot;:287.00054538194775,&quot;y&quot;:36.51792588761307},&quot;cornerRounding&quot;:{&quot;type&quot;:&quot;ARC_LENGTH&quot;,&quot;global&quot;:6.000216840215091}},&quot;pathStyles&quot;:[{&quot;type&quot;:&quot;FILL&quot;,&quot;fillStyle&quot;:&quot;rgb(149, 122, 42)&quot;},{&quot;type&quot;:&quot;STROKE&quot;,&quot;strokeStyle&quot;:&quot;rgb(149, 122, 42)&quot;,&quot;lineWidth&quot;:1,&quot;lineJoin&quot;:&quot;round&quot;}],&quot;isLocked&quot;:false,&quot;parent&quot;:{&quot;type&quot;:&quot;CHILD&quot;,&quot;parentId&quot;:&quot;875c9c7b-873f-4ef8-afb2-fabe21c32339&quot;,&quot;order&quot;:&quot;2&quot;}},&quot;63249e6a-a951-43ab-835a-54d616e235e1&quot;:{&quot;type&quot;:&quot;FIGURE_OBJECT&quot;,&quot;id&quot;:&quot;63249e6a-a951-43ab-835a-54d616e235e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1.333333333333332,&quot;color&quot;:&quot;#FFFFFF&quot;,&quot;fontWeight&quot;:&quot;bold&quot;,&quot;fontStyle&quot;:&quot;normal&quot;,&quot;decoration&quot;:&quot;none&quot;,&quot;script&quot;:&quot;none&quot;},&quot;range&quot;:[0,15]}],&quot;text&quot;:&quot;Scalars (Rank 0)&quot;,&quot;baseStyle&quot;:{&quot;fontFamily&quot;:&quot;Roboto&quot;,&quot;fontSize&quot;:21.333333333333332,&quot;color&quot;:&quot;#FFFFFF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285.072376343206,&quot;y&quot;:21},&quot;targetSize&quot;:{&quot;x&quot;:285.072376343206,&quot;y&quot;:2},&quot;format&quot;:&quot;BETTER_TEXT&quot;,&quot;verticalAlign&quot;:&quot;TOP&quot;},&quot;parent&quot;:{&quot;type&quot;:&quot;CHILD&quot;,&quot;parentId&quot;:&quot;2e76fe4a-8378-447e-a40a-5e4730dfce2f&quot;,&quot;order&quot;:&quot;5&quot;}},&quot;73c228c5-bb6e-4905-ad32-86ac060e8bb2&quot;:{&quot;type&quot;:&quot;FIGURE_OBJECT&quot;,&quot;id&quot;:&quot;73c228c5-bb6e-4905-ad32-86ac060e8bb2&quot;,&quot;parent&quot;:{&quot;type&quot;:&quot;CHILD&quot;,&quot;parentId&quot;:&quot;d8b6af00-a9ac-4faf-bc1f-d7d7462cc7d7&quot;,&quot;order&quot;:&quot;99997&quot;},&quot;relativeTransform&quot;:{&quot;translate&quot;:{&quot;x&quot;:-79.2499417817626,&quot;y&quot;:37.164788983369846},&quot;rotate&quot;:0}},&quot;d5c33eec-e4d9-4b1d-bb49-96f70779ed92&quot;:{&quot;id&quot;:&quot;d5c33eec-e4d9-4b1d-bb49-96f70779ed92&quot;,&quot;type&quot;:&quot;FIGURE_OBJECT&quot;,&quot;relativeTransform&quot;:{&quot;translate&quot;:{&quot;x&quot;:-253.18985203411057,&quot;y&quot;:7.765717384243335},&quot;rotate&quot;:-1.0117298010932418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rgba(192,56,48,1)&quot;,&quot;fontWeight&quot;:&quot;bold&quot;,&quot;fontStyle&quot;:&quot;normal&quot;,&quot;decoration&quot;:&quot;none&quot;},&quot;range&quot;:[0,0]},{&quot;style&quot;:{&quot;fontFamily&quot;:&quot;Roboto&quot;,&quot;fontSize&quot;:19.08687046279015,&quot;color&quot;:&quot;rgba(192,56,48,1)&quot;,&quot;fontWeight&quot;:&quot;bold&quot;,&quot;fontStyle&quot;:&quot;normal&quot;,&quot;decoration&quot;:&quot;none&quot;,&quot;script&quot;:&quot;sub&quot;},&quot;range&quot;:[1,1]}],&quot;text&quot;:&quot;n1&quot;}],&quot;_lastCaretLocation&quot;:{&quot;lineIndex&quot;:0,&quot;runIndex&quot;:-1,&quot;charIndex&quot;:-1,&quot;endOfLine&quot;:true}},&quot;format&quot;:&quot;BETTER_TEXT&quot;,&quot;size&quot;:{&quot;x&quot;:17.260197313030936,&quot;y&quot;:22.66565867456331},&quot;targetSize&quot;:{&quot;x&quot;:17.260197313030936,&quot;y&quot;:22.66565867456331}},&quot;parent&quot;:{&quot;type&quot;:&quot;CHILD&quot;,&quot;parentId&quot;:&quot;73c228c5-bb6e-4905-ad32-86ac060e8bb2&quot;,&quot;order&quot;:&quot;8&quot;}},&quot;40b8c2a9-448d-4e60-9d65-817b6450cdbe&quot;:{&quot;relativeTransform&quot;:{&quot;translate&quot;:{&quot;x&quot;:-82.54141517097383,&quot;y&quot;:-354.7285913407605},&quot;rotate&quot;:-1.0117298010932418},&quot;type&quot;:&quot;FIGURE_OBJECT&quot;,&quot;id&quot;:&quot;40b8c2a9-448d-4e60-9d65-817b6450cdbe&quot;,&quot;opacity&quot;:0.48,&quot;path&quot;:{&quot;type&quot;:&quot;POLY_LINE&quot;,&quot;points&quot;:[{&quot;x&quot;:-423.61419586096474,&quot;y&quot;:100.21392452679127},{&quot;x&quot;:-423.61419586096474,&quot;y&quot;:43.33380066533456}],&quot;closed&quot;:false},&quot;pathStyles&quot;:[{&quot;type&quot;:&quot;FILL&quot;,&quot;fillStyle&quot;:&quot;rgba(0,0,0,0)&quot;},{&quot;type&quot;:&quot;STROKE&quot;,&quot;strokeStyle&quot;:&quot;rgba(0, 0, 0, 1)&quot;,&quot;lineWidth&quot;:1.1929294039243843,&quot;lineJoin&quot;:&quot;round&quot;}],&quot;isLocked&quot;:false,&quot;parent&quot;:{&quot;type&quot;:&quot;CHILD&quot;,&quot;parentId&quot;:&quot;73c228c5-bb6e-4905-ad32-86ac060e8bb2&quot;,&quot;order&quot;:&quot;7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2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b1de2355-3a93-4e8e-a4b3-b35a9203194c&quot;:{&quot;id&quot;:&quot;b1de2355-3a93-4e8e-a4b3-b35a9203194c&quot;,&quot;type&quot;:&quot;FIGURE_OBJECT&quot;,&quot;relativeTransform&quot;:{&quot;translate&quot;:{&quot;x&quot;:-208.34529971385297,&quot;y&quot;:49.09408242189822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f1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6&quot;},&quot;opacity&quot;:0.7},&quot;6c4670ee-7753-46d7-afcc-ee003546be38&quot;:{&quot;id&quot;:&quot;6c4670ee-7753-46d7-afcc-ee003546be38&quot;,&quot;type&quot;:&quot;FIGURE_OBJECT&quot;,&quot;relativeTransform&quot;:{&quot;translate&quot;:{&quot;x&quot;:-252.33376230149284,&quot;y&quot;:107.2288416808380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v2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55&quot;},&quot;opacity&quot;:0.7},&quot;0c4e9c5d-b407-465e-9c70-57bd2a34ca63&quot;:{&quot;id&quot;:&quot;0c4e9c5d-b407-465e-9c70-57bd2a34ca63&quot;,&quot;type&quot;:&quot;FIGURE_OBJECT&quot;,&quot;relativeTransform&quot;:{&quot;translate&quot;:{&quot;x&quot;:-190.4877686283961,&quot;y&quot;:58.45966218859645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v3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5&quot;},&quot;opacity&quot;:0.7},&quot;328a0e07-c6e5-4ef6-ad17-604ba2b6cf6f&quot;:{&quot;id&quot;:&quot;328a0e07-c6e5-4ef6-ad17-604ba2b6cf6f&quot;,&quot;type&quot;:&quot;FIGURE_OBJECT&quot;,&quot;relativeTransform&quot;:{&quot;translate&quot;:{&quot;x&quot;:-230.75792135924988,&quot;y&quot;:22.862291376659904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e1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3&quot;},&quot;opacity&quot;:0.7},&quot;2224e53e-501f-4480-8077-0ade74583508&quot;:{&quot;id&quot;:&quot;2224e53e-501f-4480-8077-0ade74583508&quot;,&quot;type&quot;:&quot;FIGURE_OBJECT&quot;,&quot;relativeTransform&quot;:{&quot;translate&quot;:{&quot;x&quot;:-221.4109798220027,&quot;y&quot;:79.0649244605442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e3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25&quot;},&quot;opacity&quot;:0.7},&quot;92ab9d82-9d96-4f1b-92a4-f98352f6d017&quot;:{&quot;id&quot;:&quot;92ab9d82-9d96-4f1b-92a4-f98352f6d017&quot;,&quot;type&quot;:&quot;FIGURE_OBJECT&quot;,&quot;relativeTransform&quot;:{&quot;translate&quot;:{&quot;x&quot;:-190.48742663728225,&quot;y&quot;:22.861865231786993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e2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2&quot;},&quot;opacity&quot;:0.7},&quot;d1d91d6b-3d92-4d2c-8d26-028fbca9418a&quot;:{&quot;id&quot;:&quot;d1d91d6b-3d92-4d2c-8d26-028fbca9418a&quot;,&quot;type&quot;:&quot;FIGURE_OBJECT&quot;,&quot;relativeTransform&quot;:{&quot;translate&quot;:{&quot;x&quot;:-189.54598782446095,&quot;y&quot;:-25.83161919382388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v1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1&quot;},&quot;opacity&quot;:0.7},&quot;32cb512e-1b56-4deb-a6dd-4bff24484d65&quot;:{&quot;id&quot;:&quot;32cb512e-1b56-4deb-a6dd-4bff24484d65&quot;,&quot;name&quot;:&quot;3D - Tetrahedron&quot;,&quot;displayName&quot;:&quot;&quot;,&quot;type&quot;:&quot;FIGURE_OBJECT&quot;,&quot;relativeTransform&quot;:{&quot;translate&quot;:{&quot;x&quot;:-190.4875678224362,&quot;y&quot;:40.13829334273602},&quot;rotate&quot;:0,&quot;skewX&quot;:0,&quot;scale&quot;:{&quot;x&quot;:0.9365740365925997,&quot;y&quot;:0.9365740365925996}},&quot;image&quot;:{&quot;url&quot;:&quot;https://icons.cdn.biorender.com/biorender/62014e5b9dc6f70029e0717e/5a74bd498660b000141de33a.png&quot;,&quot;isPremium&quot;:false,&quot;isOrgIcon&quot;:false,&quot;size&quot;:{&quot;x&quot;:150,&quot;y&quot;:119.06779661016948},&quot;fallbackUrl&quot;:&quot;sources/icons/62014e5b9dc6f70029e0717e/5a74bd498660b000141de33a.svg&quot;},&quot;source&quot;:{&quot;id&quot;:&quot;5a74bd498660b000141de33a&quot;,&quot;version&quot;:&quot;20220207165239&quot;,&quot;type&quot;:&quot;ASSETS&quot;},&quot;isPremium&quot;:false,&quot;parent&quot;:{&quot;type&quot;:&quot;CHILD&quot;,&quot;parentId&quot;:&quot;73c228c5-bb6e-4905-ad32-86ac060e8bb2&quot;,&quot;order&quot;:&quot;05&quot;}},&quot;4b70e62e-0ccf-4aaf-9305-9c84d79b4a1a&quot;:{&quot;relativeTransform&quot;:{&quot;translate&quot;:{&quot;x&quot;:310.5577690387016,&quot;y&quot;:730.2890072227239},&quot;rotate&quot;:0.7805160532154644,&quot;skewX&quot;:0,&quot;scale&quot;:{&quot;x&quot;:1,&quot;y&quot;:1}},&quot;type&quot;:&quot;FIGURE_OBJECT&quot;,&quot;id&quot;:&quot;4b70e62e-0ccf-4aaf-9305-9c84d79b4a1a&quot;,&quot;opacity&quot;:0.9,&quot;path&quot;:{&quot;type&quot;:&quot;POLY_LINE&quot;,&quot;points&quot;:[{&quot;x&quot;:-334.4835337635081,&quot;y&quot;:39.77386261534536},{&quot;x&quot;:-335.13888595830167,&quot;y&quot;:15.110722191715274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d8b6af00-a9ac-4faf-bc1f-d7d7462cc7d7&quot;,&quot;order&quot;:&quot;9999999999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c6307bc4-dca3-4d3a-8171-4f59f9cd3400&quot;:{&quot;id&quot;:&quot;c6307bc4-dca3-4d3a-8171-4f59f9cd3400&quot;,&quot;type&quot;:&quot;FIGURE_OBJECT&quot;,&quot;relativeTransform&quot;:{&quot;translate&quot;:{&quot;x&quot;:223.9563870140433,&quot;y&quot;:-124.501243089330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35],&quot;style&quot;:{&quot;fontWeight&quot;:&quot;bold&quot;,&quot;fontStyle&quot;:&quot;normal&quot;,&quot;fontSize&quot;:15.333333333333332,&quot;fontFamily&quot;:&quot;Source Code Pro&quot;,&quot;color&quot;:&quot;black&quot;,&quot;decoration&quot;:&quot;none&quot;}}],&quot;text&quot;:&quot;minkowski_tensors_from_label_image()&quot;}],&quot;_lastCaretLocation&quot;:{&quot;lineIndex&quot;:0,&quot;runIndex&quot;:-1,&quot;charIndex&quot;:-1,&quot;endOfLine&quot;:true}},&quot;format&quot;:&quot;BETTER_TEXT&quot;,&quot;size&quot;:{&quot;x&quot;:391.7330017089844,&quot;y&quot;:27.753131878694234},&quot;targetSize&quot;:{&quot;x&quot;:375.74073742854387,&quot;y&quot;:27.753131878694234}},&quot;parent&quot;:{&quot;type&quot;:&quot;CHILD&quot;,&quot;parentId&quot;:&quot;d8b6af00-a9ac-4faf-bc1f-d7d7462cc7d7&quot;,&quot;order&quot;:&quot;9999999997&quot;}},&quot;b87aa47c-8c35-4e72-92da-8f6e67c99d24&quot;:{&quot;id&quot;:&quot;b87aa47c-8c35-4e72-92da-8f6e67c99d24&quot;,&quot;type&quot;:&quot;FIGURE_OBJECT&quot;,&quot;relativeTransform&quot;:{&quot;translate&quot;:{&quot;x&quot;:264.38481902853977,&quot;y&quot;:-168.99986126661113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1.333333333333332,&quot;color&quot;:&quot;black&quot;,&quot;fontWeight&quot;:&quot;bold&quot;,&quot;fontStyle&quot;:&quot;normal&quot;,&quot;decoration&quot;:&quot;none&quot;},&quot;range&quot;:[0,13]}],&quot;text&quot;:&quot;Labelled Image&quot;,&quot;baseStyle&quot;:{&quot;fontFamily&quot;:&quot;Roboto&quot;,&quot;fontSize&quot;:21.333333333333332,&quot;color&quot;:&quot;black&quot;,&quot;fontWeight&quot;:&quot;bold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263.9995673002886,&quot;y&quot;:50},&quot;targetSize&quot;:{&quot;x&quot;:263.9995673002886,&quot;y&quot;:50}},&quot;parent&quot;:{&quot;type&quot;:&quot;CHILD&quot;,&quot;parentId&quot;:&quot;d8b6af00-a9ac-4faf-bc1f-d7d7462cc7d7&quot;,&quot;order&quot;:&quot;9999999995&quot;}},&quot;5ddcf5de-8ee2-400d-8ceb-bf7dc65343b1&quot;:{&quot;id&quot;:&quot;5ddcf5de-8ee2-400d-8ceb-bf7dc65343b1&quot;,&quot;type&quot;:&quot;FIGURE_OBJECT&quot;,&quot;relativeTransform&quot;:{&quot;translate&quot;:{&quot;x&quot;:-116.63061406790511,&quot;y&quot;:-179.5001030343562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21.333333333333332,&quot;color&quot;:&quot;black&quot;,&quot;fontWeight&quot;:&quot;bold&quot;,&quot;fontStyle&quot;:&quot;normal&quot;,&quot;decoration&quot;:&quot;none&quot;},&quot;range&quot;:[0,3]}],&quot;text&quot;:&quot;Mesh&quot;,&quot;baseStyle&quot;:{&quot;fontFamily&quot;:&quot;Roboto&quot;,&quot;fontSize&quot;:21.333333333333332,&quot;color&quot;:&quot;black&quot;,&quot;fontWeight&quot;:&quot;bold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176.9230769230769,&quot;y&quot;:25},&quot;targetSize&quot;:{&quot;x&quot;:176.9230769230769,&quot;y&quot;:20.512820512820554}},&quot;parent&quot;:{&quot;type&quot;:&quot;CHILD&quot;,&quot;parentId&quot;:&quot;d8b6af00-a9ac-4faf-bc1f-d7d7462cc7d7&quot;,&quot;order&quot;:&quot;999999999&quot;}},&quot;6310ffcc-3215-4bc2-806e-2f7b8ec952b4&quot;:{&quot;type&quot;:&quot;FIGURE_OBJECT&quot;,&quot;id&quot;:&quot;6310ffcc-3215-4bc2-806e-2f7b8ec952b4&quot;,&quot;path&quot;:{&quot;type&quot;:&quot;RECT&quot;,&quot;size&quot;:{&quot;x&quot;:332.5997688095574,&quot;y&quot;:46.58385720493491},&quot;cornerRounding&quot;:{&quot;type&quot;:&quot;ARC_LENGTH&quot;,&quot;global&quot;:11.121240103820988}},&quot;pathStyles&quot;:[{&quot;type&quot;:&quot;FILL&quot;,&quot;fillStyle&quot;:&quot;rgb(224, 244, 218)&quot;},{&quot;type&quot;:&quot;STROKE&quot;,&quot;strokeStyle&quot;:&quot;rgba(0,0,0,0)&quot;,&quot;lineWidth&quot;:1.416000268667947,&quot;lineJoin&quot;:&quot;round&quot;}],&quot;parent&quot;:{&quot;type&quot;:&quot;CHILD&quot;,&quot;parentId&quot;:&quot;d8b6af00-a9ac-4faf-bc1f-d7d7462cc7d7&quot;,&quot;order&quot;:&quot;999999995&quot;},&quot;relativeTransform&quot;:{&quot;translate&quot;:{&quot;x&quot;:203.00127607459777,&quot;y&quot;:-88.17851560275068},&quot;rotate&quot;:0,&quot;skewX&quot;:0,&quot;scale&quot;:{&quot;x&quot;:1,&quot;y&quot;:1}},&quot;layout&quot;:{&quot;sizeRatio&quot;:{&quot;x&quot;:0.88,&quot;y&quot;:0.88},&quot;keepAspectRatio&quot;:false}},&quot;323f4ece-6f4a-4670-ac45-75498a712232&quot;:{&quot;id&quot;:&quot;323f4ece-6f4a-4670-ac45-75498a71223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4]},{&quot;style&quot;:{&quot;fontFamily&quot;:&quot;Source Code Pro&quot;,&quot;fontSize&quot;:14.666666666666666,&quot;color&quot;:&quot;black&quot;,&quot;fontWeight&quot;:&quot;bold&quot;,&quot;fontStyle&quot;:&quot;normal&quot;,&quot;decoration&quot;:&quot;none&quot;,&quot;script&quot;:&quot;none&quot;},&quot;range&quot;:[5,12]},{&quot;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,&quot;range&quot;:[13,13]},{&quot;style&quot;:{&quot;fontFamily&quot;:&quot;Source Code Pro&quot;,&quot;fontSize&quot;:14.666666666666666,&quot;color&quot;:&quot;black&quot;,&quot;fontWeight&quot;:&quot;bold&quot;,&quot;fontStyle&quot;:&quot;normal&quot;,&quot;decoration&quot;:&quot;none&quot;,&quot;script&quot;:&quot;none&quot;},&quot;range&quot;:[13,28]},{&quot;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,&quot;range&quot;:[29,29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30,75]}],&quot;text&quot;:&quot;uses skimage.marching_cubes() to create vertices and faces from binary mask &quot;}],&quot;_lastCaretLocation&quot;:{&quot;lineIndex&quot;:0,&quot;runIndex&quot;:1,&quot;charIndex&quot;:4}},&quot;format&quot;:&quot;BETTER_TEXT&quot;,&quot;size&quot;:{&quot;x&quot;:292.6877965524105,&quot;y&quot;:33},&quot;targetSize&quot;:{&quot;x&quot;:292.6877965524105,&quot;y&quot;:2}},&quot;parent&quot;:{&quot;type&quot;:&quot;CHILD&quot;,&quot;parentId&quot;:&quot;6310ffcc-3215-4bc2-806e-2f7b8ec952b4&quot;,&quot;order&quot;:&quot;5&quot;}},&quot;3217575b-b10c-4dca-8d94-4efd5c3c3fbd&quot;:{&quot;type&quot;:&quot;FIGURE_OBJECT&quot;,&quot;id&quot;:&quot;3217575b-b10c-4dca-8d94-4efd5c3c3fbd&quot;,&quot;path&quot;:{&quot;type&quot;:&quot;RECT&quot;,&quot;size&quot;:{&quot;x&quot;:359.0797409384767,&quot;y&quot;:84.61916925656885},&quot;cornerRounding&quot;:{&quot;type&quot;:&quot;ARC_LENGTH&quot;,&quot;global&quot;:7.2300775288297245}},&quot;pathStyles&quot;:[{&quot;type&quot;:&quot;FILL&quot;,&quot;fillStyle&quot;:&quot;rgb(224, 244, 218)&quot;},{&quot;type&quot;:&quot;STROKE&quot;,&quot;strokeStyle&quot;:&quot;rgb(53, 105, 32)&quot;,&quot;lineWidth&quot;:2,&quot;lineJoin&quot;:&quot;round&quot;}],&quot;parent&quot;:{&quot;type&quot;:&quot;CHILD&quot;,&quot;parentId&quot;:&quot;d8b6af00-a9ac-4faf-bc1f-d7d7462cc7d7&quot;,&quot;order&quot;:&quot;999999993&quot;},&quot;relativeTransform&quot;:{&quot;translate&quot;:{&quot;x&quot;:200.37106119378237,&quot;y&quot;:-100.69064487887655},&quot;rotate&quot;:0},&quot;layout&quot;:{&quot;sizeRatio&quot;:{&quot;x&quot;:0.88,&quot;y&quot;:0.88},&quot;keepAspectRatio&quot;:false}},&quot;f58b570c-8cbe-4321-8879-5cb01e8dcac1&quot;:{&quot;id&quot;:&quot;f58b570c-8cbe-4321-8879-5cb01e8dcac1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Source Code Pro&quot;,&quot;fontSize&quot;:8.59191257979328,&quot;color&quot;:&quot;black&quot;,&quot;fontWeight&quot;:&quot;bold&quot;,&quot;fontStyle&quot;:&quot;normal&quot;,&quot;decoration&quot;:&quot;none&quot;,&quot;script&quot;:&quot;none&quot;}}],&quot;_lastCaretLocation&quot;:{&quot;lineIndex&quot;:4,&quot;runIndex&quot;:-1,&quot;charIndex&quot;:-1,&quot;endOfLine&quot;:true}},&quot;format&quot;:&quot;BETTER_TEXT&quot;,&quot;size&quot;:{&quot;x&quot;:315.99017202585947,&quot;y&quot;:10},&quot;targetSize&quot;:{&quot;x&quot;:315.99017202585947,&quot;y&quot;:2}},&quot;parent&quot;:{&quot;type&quot;:&quot;CHILD&quot;,&quot;parentId&quot;:&quot;3217575b-b10c-4dca-8d94-4efd5c3c3fbd&quot;,&quot;order&quot;:&quot;5&quot;}},&quot;a0e9b3b7-1d7f-44b0-950d-256606063de6&quot;:{&quot;type&quot;:&quot;FIGURE_OBJECT&quot;,&quot;id&quot;:&quot;a0e9b3b7-1d7f-44b0-950d-256606063de6&quot;,&quot;path&quot;:{&quot;type&quot;:&quot;RECT&quot;,&quot;size&quot;:{&quot;x&quot;:160.7490886341442,&quot;y&quot;:69.99985715236042},&quot;cornerRounding&quot;:{&quot;type&quot;:&quot;ARC_LENGTH&quot;,&quot;global&quot;:15.707963267948966}},&quot;pathStyles&quot;:[{&quot;type&quot;:&quot;FILL&quot;,&quot;fillStyle&quot;:&quot;rgb(224, 244, 218)&quot;},{&quot;type&quot;:&quot;STROKE&quot;,&quot;strokeStyle&quot;:&quot;rgb(53, 105, 32)&quot;,&quot;lineWidth&quot;:2,&quot;lineJoin&quot;:&quot;round&quot;}],&quot;parent&quot;:{&quot;type&quot;:&quot;CHILD&quot;,&quot;parentId&quot;:&quot;d8b6af00-a9ac-4faf-bc1f-d7d7462cc7d7&quot;,&quot;order&quot;:&quot;999999992&quot;},&quot;relativeTransform&quot;:{&quot;translate&quot;:{&quot;x&quot;:-121.15997068326229,&quot;y&quot;:-98.58920561487692},&quot;rotate&quot;:0,&quot;skewX&quot;:0,&quot;scale&quot;:{&quot;x&quot;:1,&quot;y&quot;:1}},&quot;layout&quot;:{&quot;sizeRatio&quot;:{&quot;x&quot;:0.88,&quot;y&quot;:0.88},&quot;keepAspectRatio&quot;:false}},&quot;05edfce4-cd9b-42a8-a46b-e3808a381e92&quot;:{&quot;id&quot;:&quot;05edfce4-cd9b-42a8-a46b-e3808a381e9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Source Code Pro&quot;,&quot;fontSize&quot;:17.333333333333332,&quot;color&quot;:&quot;black&quot;,&quot;fontWeight&quot;:&quot;bold&quot;,&quot;fontStyle&quot;:&quot;normal&quot;,&quot;decoration&quot;:&quot;none&quot;,&quot;script&quot;:&quot;none&quot;},&quot;range&quot;:[0,12]}],&quot;text&quot;:&quot;Triangulation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7]}],&quot;text&quot;:&quot;faces and vertices&quot;}],&quot;_lastCaretLocation&quot;:{&quot;lineIndex&quot;:1,&quot;runIndex&quot;:0,&quot;charIndex&quot;:9}},&quot;format&quot;:&quot;BETTER_TEXT&quot;,&quot;size&quot;:{&quot;x&quot;:141.45919799804688,&quot;y&quot;:37},&quot;targetSize&quot;:{&quot;x&quot;:141.45919799804688,&quot;y&quot;:2}},&quot;parent&quot;:{&quot;type&quot;:&quot;CHILD&quot;,&quot;parentId&quot;:&quot;a0e9b3b7-1d7f-44b0-950d-256606063de6&quot;,&quot;order&quot;:&quot;5&quot;}},&quot;714fa374-79c4-4e4a-822d-289a062bfd00&quot;:{&quot;type&quot;:&quot;FIGURE_OBJECT&quot;,&quot;id&quot;:&quot;714fa374-79c4-4e4a-822d-289a062bfd00&quot;,&quot;path&quot;:{&quot;type&quot;:&quot;RECT&quot;,&quot;size&quot;:{&quot;x&quot;:173.11439514160156,&quot;y&quot;:72.15932465251677},&quot;cornerRounding&quot;:{&quot;type&quot;:&quot;ARC_LENGTH&quot;,&quot;global&quot;:15.707963267948966}},&quot;pathStyles&quot;:[{&quot;type&quot;:&quot;FILL&quot;,&quot;fillStyle&quot;:&quot;rgb(224, 244, 218)&quot;},{&quot;type&quot;:&quot;STROKE&quot;,&quot;strokeStyle&quot;:&quot;rgb(53, 105, 32)&quot;,&quot;lineWidth&quot;:2,&quot;lineJoin&quot;:&quot;round&quot;}],&quot;parent&quot;:{&quot;type&quot;:&quot;CHILD&quot;,&quot;parentId&quot;:&quot;d8b6af00-a9ac-4faf-bc1f-d7d7462cc7d7&quot;,&quot;order&quot;:&quot;999999991&quot;},&quot;relativeTransform&quot;:{&quot;translate&quot;:{&quot;x&quot;:-315.9948491499341,&quot;y&quot;:-97.50904790168337},&quot;rotate&quot;:0,&quot;skewX&quot;:0,&quot;scale&quot;:{&quot;x&quot;:1,&quot;y&quot;:1}},&quot;layout&quot;:{&quot;sizeRatio&quot;:{&quot;x&quot;:0.88,&quot;y&quot;:0.88},&quot;keepAspectRatio&quot;:false}},&quot;3def0452-cdc4-494a-bbde-3044f2d3f7cb&quot;:{&quot;id&quot;:&quot;3def0452-cdc4-494a-bbde-3044f2d3f7cb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Source Code Pro&quot;,&quot;fontSize&quot;:17.333333333333332,&quot;color&quot;:&quot;black&quot;,&quot;fontWeight&quot;:&quot;bold&quot;,&quot;fontStyle&quot;:&quot;normal&quot;,&quot;decoration&quot;:&quot;none&quot;,&quot;script&quot;:&quot;none&quot;},&quot;range&quot;:[0,13]}],&quot;text&quot;:&quot;parse_*_file()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7]}],&quot;text&quot;:&quot;.poly, .off, obj, .glb, .stl&quot;}],&quot;_lastCaretLocation&quot;:{&quot;lineIndex&quot;:0,&quot;runIndex&quot;:0,&quot;charIndex&quot;:1}},&quot;format&quot;:&quot;BETTER_TEXT&quot;,&quot;size&quot;:{&quot;x&quot;:152.34066772460938,&quot;y&quot;:37},&quot;targetSize&quot;:{&quot;x&quot;:132.377353067121,&quot;y&quot;:2}},&quot;parent&quot;:{&quot;type&quot;:&quot;CHILD&quot;,&quot;parentId&quot;:&quot;714fa374-79c4-4e4a-822d-289a062bfd00&quot;,&quot;order&quot;:&quot;5&quot;}},&quot;ff2b4d19-c99b-4e40-9c27-fcaa94e3aa14&quot;:{&quot;id&quot;:&quot;ff2b4d19-c99b-4e40-9c27-fcaa94e3aa14&quot;,&quot;name&quot;:&quot;image.png&quot;,&quot;type&quot;:&quot;FIGURE_OBJECT&quot;,&quot;relativeTransform&quot;:{&quot;translate&quot;:{&quot;x&quot;:-363.0393625605089,&quot;y&quot;:-168.96218881502676},&quot;rotate&quot;:0,&quot;skewX&quot;:0,&quot;scale&quot;:{&quot;x&quot;:0.24692064740698863,&quot;y&quot;:0.24692064740698863}},&quot;image&quot;:{&quot;url&quot;:&quot;https://core.services.biorender.com/api/uploads/noredirect/69fb969dda06e78a979fe96c/1778095773579_d12d781d-265b-4d24-959c-a9e8208458a1_icon.png&quot;,&quot;isPremium&quot;:false,&quot;isSignedURL&quot;:true,&quot;size&quot;:{&quot;x&quot;:300,&quot;y&quot;:300}},&quot;source&quot;:{&quot;id&quot;:&quot;69fb969dda06e78a979fe96c&quot;,&quot;type&quot;:&quot;UPLOADS&quot;},&quot;isPremium&quot;:false,&quot;parent&quot;:{&quot;type&quot;:&quot;CHILD&quot;,&quot;parentId&quot;:&quot;d8b6af00-a9ac-4faf-bc1f-d7d7462cc7d7&quot;,&quot;order&quot;:&quot;99999998&quot;},&quot;styles&quot;:{&quot;editable&quot;:[{&quot;styleName&quot;:&quot;MONOCHROME_COLOR&quot;,&quot;index&quot;:0,&quot;color&quot;:&quot;#BBBBBC&quot;}]}},&quot;50abce69-d358-47ac-b472-fb0ec788d87e&quot;:{&quot;type&quot;:&quot;FIGURE_OBJECT&quot;,&quot;id&quot;:&quot;50abce69-d358-47ac-b472-fb0ec788d87e&quot;,&quot;path&quot;:{&quot;type&quot;:&quot;RECT&quot;,&quot;size&quot;:{&quot;x&quot;:861.9996857198161,&quot;y&quot;:41.456632169413794},&quot;cornerRounding&quot;:{&quot;type&quot;:&quot;ARC_LENGTH&quot;,&quot;global&quot;:0}},&quot;pathStyles&quot;:[{&quot;type&quot;:&quot;FILL&quot;,&quot;fillStyle&quot;:&quot;rgb(74, 72, 73)&quot;},{&quot;type&quot;:&quot;STROKE&quot;,&quot;strokeStyle&quot;:&quot;rgb(74, 72, 73)&quot;,&quot;lineWidth&quot;:2,&quot;lineJoin&quot;:&quot;round&quot;}],&quot;parent&quot;:{&quot;type&quot;:&quot;CHILD&quot;,&quot;parentId&quot;:&quot;d8b6af00-a9ac-4faf-bc1f-d7d7462cc7d7&quot;,&quot;order&quot;:&quot;99999997&quot;},&quot;relativeTransform&quot;:{&quot;translate&quot;:{&quot;x&quot;:-4.168889289067778,&quot;y&quot;:261.72825167152894},&quot;rotate&quot;:0},&quot;layout&quot;:{&quot;sizeRatio&quot;:{&quot;x&quot;:0.88,&quot;y&quot;:0.88},&quot;keepAspectRatio&quot;:false}},&quot;dd89bded-374b-4f80-97cd-52c85d9804f2&quot;:{&quot;id&quot;:&quot;dd89bded-374b-4f80-97cd-52c85d9804f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26.666666666666664,&quot;color&quot;:&quot;#FFFFFF&quot;,&quot;fontWeight&quot;:&quot;bold&quot;,&quot;fontStyle&quot;:&quot;normal&quot;,&quot;decoration&quot;:&quot;none&quot;},&quot;range&quot;:[0,5]}],&quot;text&quot;:&quot;Output&quot;}],&quot;_lastCaretLocation&quot;:{&quot;lineIndex&quot;:0,&quot;runIndex&quot;:-1,&quot;charIndex&quot;:-1,&quot;endOfLine&quot;:true}},&quot;format&quot;:&quot;BETTER_TEXT&quot;,&quot;size&quot;:{&quot;x&quot;:758.559723433438,&quot;y&quot;:26},&quot;targetSize&quot;:{&quot;x&quot;:758.559723433438,&quot;y&quot;:2}},&quot;parent&quot;:{&quot;type&quot;:&quot;CHILD&quot;,&quot;parentId&quot;:&quot;50abce69-d358-47ac-b472-fb0ec788d87e&quot;,&quot;order&quot;:&quot;5&quot;}},&quot;31b087be-57bf-4b39-83a9-f0e8b9896122&quot;:{&quot;type&quot;:&quot;FIGURE_OBJECT&quot;,&quot;id&quot;:&quot;31b087be-57bf-4b39-83a9-f0e8b9896122&quot;,&quot;relativeTransform&quot;:{&quot;translate&quot;:{&quot;x&quot;:139.83083763391693,&quot;y&quot;:204.0694396613947},&quot;rotate&quot;:0},&quot;opacity&quot;:1,&quot;path&quot;:{&quot;type&quot;:&quot;POLY_LINE&quot;,&quot;points&quot;:[{&quot;x&quot;:-143.00023769779762,&quot;y&quot;:-34.93097824106788},{&quot;x&quot;:-143.00023769779762,&quot;y&quot;:0},{&quot;x&quot;:143.00023769779762,&quot;y&quot;:0},{&quot;x&quot;:143.00023769779762,&quot;y&quot;:34.93097824106788}],&quot;closed&quot;:false},&quot;pathStyles&quot;:[{&quot;type&quot;:&quot;FILL&quot;,&quot;fillStyle&quot;:&quot;rgba(0,0,0,0)&quot;},{&quot;type&quot;:&quot;STROKE&quot;,&quot;strokeStyle&quot;:&quot;#00000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8b6af00-a9ac-4faf-bc1f-d7d7462cc7d7&quot;,&quot;order&quot;:&quot;9999999&quot;},&quot;connectorInfo&quot;:{&quot;type&quot;:&quot;ELBOW&quot;,&quot;offset&quot;:{&quot;x&quot;:0,&quot;y&quot;:0},&quot;bending&quot;:0.1,&quot;customized&quot;:false}},&quot;398197ec-1424-45f0-abaa-d2e6e35f211e&quot;:{&quot;type&quot;:&quot;FIGURE_OBJECT&quot;,&quot;id&quot;:&quot;398197ec-1424-45f0-abaa-d2e6e35f211e&quot;,&quot;relativeTransform&quot;:{&quot;translate&quot;:{&quot;x&quot;:-2.9263612239962313,&quot;y&quot;:204.10274349894433},&quot;rotate&quot;:0},&quot;opacity&quot;:1,&quot;path&quot;:{&quot;type&quot;:&quot;POLY_LINE&quot;,&quot;points&quot;:[{&quot;x&quot;:0.24228909953584576,&quot;y&quot;:-34.53058539238522},{&quot;x&quot;:0.24228909953584576,&quot;y&quot;:0},{&quot;x&quot;:-0.24228909953584576,&quot;y&quot;:0},{&quot;x&quot;:-0.24228909953584576,&quot;y&quot;:34.53058539238522}],&quot;closed&quot;:false},&quot;pathStyles&quot;:[{&quot;type&quot;:&quot;FILL&quot;,&quot;fillStyle&quot;:&quot;rgba(0,0,0,0)&quot;},{&quot;type&quot;:&quot;STROKE&quot;,&quot;strokeStyle&quot;:&quot;#00000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8b6af00-a9ac-4faf-bc1f-d7d7462cc7d7&quot;,&quot;order&quot;:&quot;9999998&quot;},&quot;connectorInfo&quot;:{&quot;type&quot;:&quot;ELBOW&quot;,&quot;offset&quot;:{&quot;x&quot;:0,&quot;y&quot;:0},&quot;bending&quot;:0.1,&quot;customized&quot;:false}},&quot;336a7dae-8d94-4d4c-b685-2d2f01b5d3dd&quot;:{&quot;type&quot;:&quot;FIGURE_OBJECT&quot;,&quot;id&quot;:&quot;336a7dae-8d94-4d4c-b685-2d2f01b5d3dd&quot;,&quot;relativeTransform&quot;:{&quot;translate&quot;:{&quot;x&quot;:-147.22557807801826,&quot;y&quot;:203.6876046173449},&quot;rotate&quot;:0},&quot;opacity&quot;:1,&quot;path&quot;:{&quot;type&quot;:&quot;POLY_LINE&quot;,&quot;points&quot;:[{&quot;x&quot;:143.9438561613921,&quot;y&quot;:-34.687177490246754},{&quot;x&quot;:143.9438561613921,&quot;y&quot;:0},{&quot;x&quot;:-143.9438561613921,&quot;y&quot;:0},{&quot;x&quot;:-143.9438561613921,&quot;y&quot;:34.687177490246754}],&quot;closed&quot;:false},&quot;pathStyles&quot;:[{&quot;type&quot;:&quot;FILL&quot;,&quot;fillStyle&quot;:&quot;rgba(0,0,0,0)&quot;},{&quot;type&quot;:&quot;STROKE&quot;,&quot;strokeStyle&quot;:&quot;#00000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8b6af00-a9ac-4faf-bc1f-d7d7462cc7d7&quot;,&quot;order&quot;:&quot;9999997&quot;},&quot;connectorInfo&quot;:{&quot;type&quot;:&quot;ELBOW&quot;,&quot;offset&quot;:{&quot;x&quot;:0,&quot;y&quot;:0},&quot;bending&quot;:0.1,&quot;customized&quot;:false}},&quot;69ac736d-3b87-4992-91f8-a5a6d0fb844c&quot;:{&quot;type&quot;:&quot;FIGURE_OBJECT&quot;,&quot;id&quot;:&quot;69ac736d-3b87-4992-91f8-a5a6d0fb844c&quot;,&quot;parent&quot;:{&quot;type&quot;:&quot;CHILD&quot;,&quot;parentId&quot;:&quot;d8b6af00-a9ac-4faf-bc1f-d7d7462cc7d7&quot;,&quot;order&quot;:&quot;7&quot;},&quot;relativeTransform&quot;:{&quot;translate&quot;:{&quot;x&quot;:-1.06754030438794,&quot;y&quot;:-2.1146875873819155},&quot;rotate&quot;:0,&quot;skewX&quot;:0,&quot;scale&quot;:{&quot;x&quot;:1,&quot;y&quot;:1}}},&quot;299f2df6-f178-4895-8bc7-a8d65f0c10d3&quot;:{&quot;type&quot;:&quot;FIGURE_OBJECT&quot;,&quot;id&quot;:&quot;299f2df6-f178-4895-8bc7-a8d65f0c10d3&quot;,&quot;path&quot;:{&quot;type&quot;:&quot;RECT&quot;,&quot;size&quot;:{&quot;x&quot;:861.999930982971,&quot;y&quot;:44.57038537938396},&quot;cornerRounding&quot;:{&quot;type&quot;:&quot;ARC_LENGTH&quot;,&quot;global&quot;:0}},&quot;pathStyles&quot;:[{&quot;type&quot;:&quot;FILL&quot;,&quot;fillStyle&quot;:&quot;rgb(149, 170, 211)&quot;},{&quot;type&quot;:&quot;STROKE&quot;,&quot;strokeStyle&quot;:&quot;rgb(149, 170, 211)&quot;,&quot;lineWidth&quot;:2,&quot;lineJoin&quot;:&quot;round&quot;}],&quot;parent&quot;:{&quot;type&quot;:&quot;CHILD&quot;,&quot;parentId&quot;:&quot;69ac736d-3b87-4992-91f8-a5a6d0fb844c&quot;,&quot;order&quot;:&quot;5&quot;},&quot;relativeTransform&quot;:{&quot;translate&quot;:{&quot;x&quot;:-3.1014674117273686,&quot;y&quot;:-262.59987355413796},&quot;rotate&quot;:0},&quot;layout&quot;:{&quot;sizeRatio&quot;:{&quot;x&quot;:0.88,&quot;y&quot;:0.88},&quot;keepAspectRatio&quot;:false}},&quot;340fcac6-ca1e-4ac8-bff5-768598cbf9f4&quot;:{&quot;id&quot;:&quot;340fcac6-ca1e-4ac8-bff5-768598cbf9f4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26.666666666666664,&quot;color&quot;:&quot;#FFFFFF&quot;,&quot;fontWeight&quot;:&quot;bold&quot;,&quot;fontStyle&quot;:&quot;normal&quot;,&quot;decoration&quot;:&quot;none&quot;},&quot;range&quot;:[0,10]}],&quot;text&quot;:&quot;Input Types&quot;}],&quot;_lastCaretLocation&quot;:{&quot;lineIndex&quot;:0,&quot;runIndex&quot;:-1,&quot;charIndex&quot;:-1,&quot;endOfLine&quot;:true}},&quot;format&quot;:&quot;BETTER_TEXT&quot;,&quot;size&quot;:{&quot;x&quot;:758.5599392650146,&quot;y&quot;:26},&quot;targetSize&quot;:{&quot;x&quot;:758.5599392650146,&quot;y&quot;:2}},&quot;parent&quot;:{&quot;type&quot;:&quot;CHILD&quot;,&quot;parentId&quot;:&quot;299f2df6-f178-4895-8bc7-a8d65f0c10d3&quot;,&quot;order&quot;:&quot;5&quot;}},&quot;52c14bfb-8974-4608-9b75-cf1ef7a850af&quot;:{&quot;type&quot;:&quot;FIGURE_OBJECT&quot;,&quot;id&quot;:&quot;52c14bfb-8974-4608-9b75-cf1ef7a850af&quot;,&quot;path&quot;:{&quot;type&quot;:&quot;RECT&quot;,&quot;size&quot;:{&quot;x&quot;:861.9999332581572,&quot;y&quot;:261.99986180117287},&quot;cornerRounding&quot;:{&quot;type&quot;:&quot;ARC_LENGTH&quot;,&quot;global&quot;:0}},&quot;pathStyles&quot;:[{&quot;type&quot;:&quot;FILL&quot;,&quot;fillStyle&quot;:&quot;#EEF4FB&quot;},{&quot;type&quot;:&quot;STROKE&quot;,&quot;strokeStyle&quot;:&quot;rgb(149, 170, 211)&quot;,&quot;lineWidth&quot;:2,&quot;lineJoin&quot;:&quot;round&quot;}],&quot;parent&quot;:{&quot;type&quot;:&quot;CHILD&quot;,&quot;parentId&quot;:&quot;69ac736d-3b87-4992-91f8-a5a6d0fb844c&quot;,&quot;order&quot;:&quot;2&quot;},&quot;relativeTransform&quot;:{&quot;translate&quot;:{&quot;x&quot;:-3.1014685493204786,&quot;y&quot;:-153.88513534324355},&quot;rotate&quot;:0},&quot;layout&quot;:{&quot;sizeRatio&quot;:{&quot;x&quot;:0.88,&quot;y&quot;:0.88},&quot;keepAspectRatio&quot;:false}},&quot;fcdcbfd6-e46e-4189-9a11-ce8743ddbe7d&quot;:{&quot;id&quot;:&quot;fcdcbfd6-e46e-4189-9a11-ce8743ddbe7d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758.5599412671781,&quot;y&quot;:22},&quot;targetSize&quot;:{&quot;x&quot;:758.5599412671781,&quot;y&quot;:2}},&quot;parent&quot;:{&quot;type&quot;:&quot;CHILD&quot;,&quot;parentId&quot;:&quot;52c14bfb-8974-4608-9b75-cf1ef7a850af&quot;,&quot;order&quot;:&quot;5&quot;}},&quot;cab17930-f7b9-45c7-8693-70b9fd8d52e8&quot;:{&quot;relativeTransform&quot;:{&quot;translate&quot;:{&quot;x&quot;:372.0297316278543,&quot;y&quot;:735.3234434935499},&quot;rotate&quot;:0.7805160532154644,&quot;skewX&quot;:0,&quot;scale&quot;:{&quot;x&quot;:1,&quot;y&quot;:1}},&quot;type&quot;:&quot;FIGURE_OBJECT&quot;,&quot;id&quot;:&quot;cab17930-f7b9-45c7-8693-70b9fd8d52e8&quot;,&quot;opacity&quot;:0.9,&quot;path&quot;:{&quot;type&quot;:&quot;POLY_LINE&quot;,&quot;points&quot;:[{&quot;x&quot;:-355.3203436001184,&quot;y&quot;:42.25159418693709},{&quot;x&quot;:-356.0165212696529,&quot;y&quot;:16.05205177305495}],&quot;closed&quot;:false},&quot;pathStyles&quot;:[{&quot;type&quot;:&quot;FILL&quot;,&quot;fillStyle&quot;:&quot;rgba(0,0,0,0)&quot;},{&quot;type&quot;:&quot;STROKE&quot;,&quot;strokeStyle&quot;:&quot;#FFFFFF&quot;,&quot;lineWidth&quot;:2,&quot;lineJoin&quot;:&quot;round&quot;,&quot;dashArray&quot;:[2]}],&quot;isLocked&quot;:false,&quot;parent&quot;:{&quot;type&quot;:&quot;CHILD&quot;,&quot;parentId&quot;:&quot;d8b6af00-a9ac-4faf-bc1f-d7d7462cc7d7&quot;,&quot;order&quot;:&quot;99998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5e4ac308-295e-40ed-9559-859965a32762&quot;:{&quot;type&quot;:&quot;FIGURE_OBJECT&quot;,&quot;id&quot;:&quot;5e4ac308-295e-40ed-9559-859965a32762&quot;,&quot;parent&quot;:{&quot;type&quot;:&quot;CHILD&quot;,&quot;parentId&quot;:&quot;d8b6af00-a9ac-4faf-bc1f-d7d7462cc7d7&quot;,&quot;order&quot;:&quot;99995&quot;},&quot;relativeTransform&quot;:{&quot;translate&quot;:{&quot;x&quot;:-199.77706180179374,&quot;y&quot;:21.432476834080095},&quot;rotate&quot;:0}},&quot;f18aa661-8628-45ec-b0a8-6b393cd4d45d&quot;:{&quot;id&quot;:&quot;f18aa661-8628-45ec-b0a8-6b393cd4d45d&quot;,&quot;type&quot;:&quot;FIGURE_OBJECT&quot;,&quot;relativeTransform&quot;:{&quot;translate&quot;:{&quot;x&quot;:197.29782904490796,&quot;y&quot;:1.2806079230784477},&quot;rotate&quot;:0},&quot;text&quot;:{&quot;textData&quot;:{&quot;lineSpacing&quot;:&quot;normal&quot;,&quot;alignment&quot;:&quot;center&quot;,&quot;verticalAlign&quot;:&quot;TOP&quot;,&quot;lines&quot;:[{&quot;runs&quot;:[{&quot;style&quot;:{&quot;fontFamily&quot;:&quot;Source Code Pro&quot;,&quot;fontSize&quot;:26.666666666666664,&quot;color&quot;:&quot;black&quot;,&quot;fontWeight&quot;:&quot;bold&quot;,&quot;fontStyle&quot;:&quot;normal&quot;,&quot;decoration&quot;:&quot;none&quot;},&quot;range&quot;:[0,18]}],&quot;text&quot;:&quot;minkowski_tensors()&quot;}],&quot;_lastCaretLocation&quot;:{&quot;lineIndex&quot;:0,&quot;runIndex&quot;:0,&quot;charIndex&quot;:0}},&quot;format&quot;:&quot;BETTER_TEXT&quot;,&quot;size&quot;:{&quot;x&quot;:334.0743103027344,&quot;y&quot;:33.80547202751781},&quot;targetSize&quot;:{&quot;x&quot;:334.0743103027344,&quot;y&quot;:33.80547202751781}},&quot;parent&quot;:{&quot;type&quot;:&quot;CHILD&quot;,&quot;parentId&quot;:&quot;5e4ac308-295e-40ed-9559-859965a32762&quot;,&quot;order&quot;:&quot;6&quot;}},&quot;c7d9cca8-c65b-4be5-af97-bf8e7fbe2da9&quot;:{&quot;type&quot;:&quot;FIGURE_OBJECT&quot;,&quot;id&quot;:&quot;c7d9cca8-c65b-4be5-af97-bf8e7fbe2da9&quot;,&quot;path&quot;:{&quot;type&quot;:&quot;RECT&quot;,&quot;size&quot;:{&quot;x&quot;:717.9989481064684,&quot;y&quot;:166.77865911580295},&quot;cornerRounding&quot;:{&quot;type&quot;:&quot;ARC_LENGTH&quot;,&quot;global&quot;:0}},&quot;pathStyles&quot;:[{&quot;type&quot;:&quot;FILL&quot;,&quot;fillStyle&quot;:&quot;rgba(254,240,222,1)&quot;},{&quot;type&quot;:&quot;STROKE&quot;,&quot;strokeStyle&quot;:&quot;rgb(184, 115, 51)&quot;,&quot;lineWidth&quot;:2,&quot;lineJoin&quot;:&quot;round&quot;}],&quot;parent&quot;:{&quot;type&quot;:&quot;CHILD&quot;,&quot;parentId&quot;:&quot;5e4ac308-295e-40ed-9559-859965a32762&quot;,&quot;order&quot;:&quot;2&quot;},&quot;relativeTransform&quot;:{&quot;translate&quot;:{&quot;x&quot;:195.60868778541607,&quot;y&quot;:62.17834613126414},&quot;rotate&quot;:0},&quot;layout&quot;:{&quot;sizeRatio&quot;:{&quot;x&quot;:0.88,&quot;y&quot;:0.88},&quot;keepAspectRatio&quot;:false}},&quot;3d8cbfb4-ac8d-4b0b-8b1e-54e18f381c95&quot;:{&quot;id&quot;:&quot;3d8cbfb4-ac8d-4b0b-8b1e-54e18f381c95&quot;,&quot;type&quot;:&quot;FIGURE_OBJECT&quot;,&quot;relativeTransform&quot;:{&quot;translate&quot;:{&quot;x&quot;:0,&quot;y&quot;:0},&quot;rotate&quot;:0},&quot;text&quot;:{&quot;textData&quot;:{&quot;lineSpacing&quot;:&quot;normal&quot;,&quot;alignment&quot;:&quot;right&quot;,&quot;verticalAlign&quot;:&quot;TOP&quot;,&quot;lines&quot;:[{&quot;runs&quot;:[{&quot;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,&quot;range&quot;:[0,2]}],&quot;text&quot;:&quot;   &quot;},{&quot;runs&quot;:[{&quot;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,&quot;range&quot;:[0,0]}],&quot;text&quot;:&quot; &quot;},{&quot;runs&quot;:[],&quot;text&quot;:&quot;&quot;,&quot;base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,&quot;range&quot;:[0,36]}],&quot;text&quot;:&quot;Computes Minkowski tensors and tensor&quot;},{&quot;runs&quot;:[{&quot;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,&quot;range&quot;:[0,45]}],&quot;text&quot;:&quot;based quantities vectorized over all triangles&quot;,&quot;base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},{&quot;runs&quot;:[],&quot;text&quot;:&quot;&quot;,&quot;baseStyle&quot;:{&quot;fontFamily&quot;:&quot;Arial&quot;,&quot;fontSize&quot;:8,&quot;color&quot;:&quot;black&quot;,&quot;fontWeight&quot;:&quot;normal&quot;,&quot;fontStyle&quot;:&quot;normal&quot;,&quot;decoration&quot;:&quot;none&quot;,&quot;script&quot;:&quot;none&quot;}},{&quot;runs&quot;:[{&quot;style&quot;:{&quot;fontWeight&quot;:&quot;normal&quot;,&quot;fontStyle&quot;:&quot;normal&quot;,&quot;fontSize&quot;:17.333333333333332,&quot;fontFamily&quot;:&quot;Arial&quot;,&quot;color&quot;:&quot;black&quot;,&quot;decoration&quot;:&quot;none&quot;},&quot;range&quot;:[0,60]}],&quot;text&quot;:&quot;Optional per-face labels, reference point, and compute preset&quot;,&quot;base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},{&quot;runs&quot;:[],&quot;text&quot;:&quot;&quot;,&quot;baseStyle&quot;:{&quot;fontFamily&quot;:&quot;Arial&quot;,&quot;fontSize&quot;:8,&quot;color&quot;:&quot;black&quot;,&quot;fontWeight&quot;:&quot;normal&quot;,&quot;fontStyle&quot;:&quot;normal&quot;,&quot;decoration&quot;:&quot;none&quot;,&quot;script&quot;:&quot;none&quot;}},{&quot;runs&quot;:[],&quot;text&quot;:&quot;&quot;,&quot;baseStyle&quot;:{&quot;fontWeight&quot;:&quot;normal&quot;,&quot;fontStyle&quot;:&quot;normal&quot;,&quot;fontSize&quot;:17.333333333333332,&quot;fontFamily&quot;:&quot;Arial&quot;,&quot;color&quot;:&quot;black&quot;,&quot;decoration&quot;:&quot;none&quot;}}],&quot;_lastCaretLocation&quot;:{&quot;lineIndex&quot;:3,&quot;runIndex&quot;:0,&quot;charIndex&quot;:20}},&quot;format&quot;:&quot;BETTER_TEXT&quot;,&quot;size&quot;:{&quot;x&quot;:631.8390743336922,&quot;y&quot;:142},&quot;targetSize&quot;:{&quot;x&quot;:631.8390743336922,&quot;y&quot;:2}},&quot;parent&quot;:{&quot;type&quot;:&quot;CHILD&quot;,&quot;parentId&quot;:&quot;c7d9cca8-c65b-4be5-af97-bf8e7fbe2da9&quot;,&quot;order&quot;:&quot;5&quot;}},&quot;b8651a3a-cba6-446c-8c01-374e14b7859b&quot;:{&quot;type&quot;:&quot;FIGURE_OBJECT&quot;,&quot;id&quot;:&quot;b8651a3a-cba6-446c-8c01-374e14b7859b&quot;,&quot;parent&quot;:{&quot;type&quot;:&quot;CHILD&quot;,&quot;parentId&quot;:&quot;d8b6af00-a9ac-4faf-bc1f-d7d7462cc7d7&quot;,&quot;order&quot;:&quot;9995&quot;},&quot;relativeTransform&quot;:{&quot;translate&quot;:{&quot;x&quot;:104.57101575057621,&quot;y&quot;:-163.30856351449418},&quot;rotate&quot;:0,&quot;skewX&quot;:0,&quot;scale&quot;:{&quot;x&quot;:1,&quot;y&quot;:1}}},&quot;343ad810-c3b5-4f67-b34e-bc4f3db6ebfc&quot;:{&quot;type&quot;:&quot;FIGURE_OBJECT&quot;,&quot;id&quot;:&quot;343ad810-c3b5-4f67-b34e-bc4f3db6ebfc&quot;,&quot;parent&quot;:{&quot;type&quot;:&quot;CROP&quot;,&quot;parentId&quot;:&quot;b8651a3a-cba6-446c-8c01-374e14b7859b&quot;,&quot;order&quot;:&quot;5&quot;},&quot;relativeTransform&quot;:{&quot;translate&quot;:{&quot;x&quot;:-42.990111571911,&quot;y&quot;:-15.340356377341832},&quot;rotate&quot;:0,&quot;skewX&quot;:0,&quot;scale&quot;:{&quot;x&quot;:24.000234968679557,&quot;y&quot;:23.935067352183246}},&quot;path&quot;:{&quot;type&quot;:&quot;RECT&quot;,&quot;size&quot;:{&quot;x&quot;:2,&quot;y&quot;:2}},&quot;pathStyles&quot;:[{&quot;type&quot;:&quot;FILL&quot;,&quot;fillStyle&quot;:&quot;#fff&quot;}],&quot;isFrozen&quot;:true},&quot;e69e4a3d-738f-4d84-ae74-7628db111cbe&quot;:{&quot;id&quot;:&quot;e69e4a3d-738f-4d84-ae74-7628db111cbe&quot;,&quot;name&quot;:&quot;skimage_cells.png&quot;,&quot;type&quot;:&quot;FIGURE_OBJECT&quot;,&quot;relativeTransform&quot;:{&quot;translate&quot;:{&quot;x&quot;:-42.928255297358824,&quot;y&quot;:-16.330056770176846},&quot;rotate&quot;:0,&quot;skewX&quot;:0,&quot;scale&quot;:{&quot;x&quot;:0.16701194424044497,&quot;y&quot;:0.16701194424044494}},&quot;image&quot;:{&quot;url&quot;:&quot;https://core.services.biorender.com/api/uploads/noredirect/69f8e8f91a6612b34a4fc41c/1777920249771_77db6014-6487-4458-a81d-7ca2eca9f47c_icon.png&quot;,&quot;fallbackUrl&quot;:&quot;https://core.services.biorender.com/api/uploads/noredirect/69f8e8f91a6612b34a4fc41c/1777920249771_77db6014-6487-4458-a81d-7ca2eca9f47c_icon.png&quot;,&quot;isPremium&quot;:false,&quot;isSignedURL&quot;:true,&quot;size&quot;:{&quot;x&quot;:300,&quot;y&quot;:314.77516059957173}},&quot;source&quot;:{&quot;id&quot;:&quot;69f8e8f91a6612b34a4fc41c&quot;,&quot;type&quot;:&quot;UPLOADS&quot;},&quot;isPremium&quot;:false,&quot;parent&quot;:{&quot;type&quot;:&quot;CHILD&quot;,&quot;parentId&quot;:&quot;b8651a3a-cba6-446c-8c01-374e14b7859b&quot;,&quot;order&quot;:&quot;5&quot;}},&quot;5f7f883e-a71c-4616-a39c-d27375e8262d&quot;:{&quot;id&quot;:&quot;5f7f883e-a71c-4616-a39c-d27375e8262d&quot;,&quot;name&quot;:&quot;3D - Octahedron&quot;,&quot;displayName&quot;:&quot;&quot;,&quot;type&quot;:&quot;FIGURE_OBJECT&quot;,&quot;relativeTransform&quot;:{&quot;translate&quot;:{&quot;x&quot;:-290.00209119030984,&quot;y&quot;:-173.35137020734078},&quot;rotate&quot;:0,&quot;skewX&quot;:0,&quot;scale&quot;:{&quot;x&quot;:0.4799998662600064,&quot;y&quot;:0.4799998662600064}},&quot;image&quot;:{&quot;url&quot;:&quot;https://icons.cdn.biorender.com/biorender/62014ec09dc6f70029e071a2/5a74bdb28660b000141de34b.png&quot;,&quot;isPremium&quot;:false,&quot;isOrgIcon&quot;:false,&quot;size&quot;:{&quot;x&quot;:150,&quot;y&quot;:135.96774193548387},&quot;fallbackUrl&quot;:&quot;sources/icons/62014ec09dc6f70029e071a2/5a74bdb28660b000141de34b.svg&quot;},&quot;source&quot;:{&quot;id&quot;:&quot;5a74bdb28660b000141de34b&quot;,&quot;version&quot;:&quot;20220207165420&quot;,&quot;type&quot;:&quot;ASSETS&quot;},&quot;isPremium&quot;:false,&quot;parent&quot;:{&quot;type&quot;:&quot;CHILD&quot;,&quot;parentId&quot;:&quot;d8b6af00-a9ac-4faf-bc1f-d7d7462cc7d7&quot;,&quot;order&quot;:&quot;999&quot;}},&quot;9c2e3a66-a57e-431a-aefe-0787308ff0d8&quot;:{&quot;type&quot;:&quot;FIGURE_OBJECT&quot;,&quot;id&quot;:&quot;9c2e3a66-a57e-431a-aefe-0787308ff0d8&quot;,&quot;path&quot;:{&quot;type&quot;:&quot;RECT&quot;,&quot;size&quot;:{&quot;x&quot;:405.86609356450793,&quot;y&quot;:165.86669291888572},&quot;cornerRounding&quot;:{&quot;type&quot;:&quot;ARC_LENGTH&quot;,&quot;global&quot;:0}},&quot;pathStyles&quot;:[{&quot;type&quot;:&quot;FILL&quot;,&quot;fillStyle&quot;:&quot;rgba(224, 244, 218, 1)&quot;},{&quot;type&quot;:&quot;STROKE&quot;,&quot;strokeStyle&quot;:&quot;rgba(53, 105, 32, 1)&quot;,&quot;lineWidth&quot;:2,&quot;lineJoin&quot;:&quot;round&quot;}],&quot;parent&quot;:{&quot;type&quot;:&quot;CHILD&quot;,&quot;parentId&quot;:&quot;d8b6af00-a9ac-4faf-bc1f-d7d7462cc7d7&quot;,&quot;order&quot;:&quot;9&quot;},&quot;relativeTransform&quot;:{&quot;translate&quot;:{&quot;x&quot;:199.8312317151064,&quot;y&quot;:-132.00022265139876},&quot;rotate&quot;:0},&quot;layout&quot;:{&quot;sizeRatio&quot;:{&quot;x&quot;:0.88,&quot;y&quot;:0.88},&quot;keepAspectRatio&quot;:false}},&quot;dc79fee5-5f30-4ece-b91a-b97eb375c9a7&quot;:{&quot;id&quot;:&quot;dc79fee5-5f30-4ece-b91a-b97eb375c9a7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Arial&quot;,&quot;fontSize&quot;:18.666666666666664,&quot;color&quot;:&quot;black&quot;,&quot;fontWeight&quot;:&quot;bold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357.1621623367669,&quot;y&quot;:19},&quot;targetSize&quot;:{&quot;x&quot;:357.1621623367669,&quot;y&quot;:2}},&quot;parent&quot;:{&quot;type&quot;:&quot;CHILD&quot;,&quot;parentId&quot;:&quot;9c2e3a66-a57e-431a-aefe-0787308ff0d8&quot;,&quot;order&quot;:&quot;5&quot;}},&quot;852e2fef-0c25-4598-83d4-50405e8a4833&quot;:{&quot;type&quot;:&quot;FIGURE_OBJECT&quot;,&quot;id&quot;:&quot;852e2fef-0c25-4598-83d4-50405e8a4833&quot;,&quot;path&quot;:{&quot;type&quot;:&quot;RECT&quot;,&quot;size&quot;:{&quot;x&quot;:381.0791026030797,&quot;y&quot;:165.0795103464492},&quot;cornerRounding&quot;:{&quot;type&quot;:&quot;ARC_LENGTH&quot;,&quot;global&quot;:0}},&quot;pathStyles&quot;:[{&quot;type&quot;:&quot;FILL&quot;,&quot;fillStyle&quot;:&quot;rgb(224, 244, 218)&quot;},{&quot;type&quot;:&quot;STROKE&quot;,&quot;strokeStyle&quot;:&quot;rgb(53, 105, 32)&quot;,&quot;lineWidth&quot;:2,&quot;lineJoin&quot;:&quot;round&quot;}],&quot;parent&quot;:{&quot;type&quot;:&quot;CHILD&quot;,&quot;parentId&quot;:&quot;d8b6af00-a9ac-4faf-bc1f-d7d7462cc7d7&quot;,&quot;order&quot;:&quot;8&quot;},&quot;relativeTransform&quot;:{&quot;translate&quot;:{&quot;x&quot;:-220.56257682438084,&quot;y&quot;:-132.39388363586352},&quot;rotate&quot;:0,&quot;skewX&quot;:0,&quot;scale&quot;:{&quot;x&quot;:1,&quot;y&quot;:1}},&quot;layout&quot;:{&quot;sizeRatio&quot;:{&quot;x&quot;:0.88,&quot;y&quot;:0.88},&quot;keepAspectRatio&quot;:false}},&quot;1807317b-a8df-4606-88d2-18a09a39308e&quot;:{&quot;id&quot;:&quot;1807317b-a8df-4606-88d2-18a09a39308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Arial&quot;,&quot;fontSize&quot;:26,&quot;color&quot;:&quot;black&quot;,&quot;fontWeight&quot;:&quot;bold&quot;,&quot;fontStyle&quot;:&quot;normal&quot;,&quot;decoration&quot;:&quot;none&quot;}}],&quot;_lastCaretLocation&quot;:{&quot;lineIndex&quot;:0,&quot;runIndex&quot;:0,&quot;charIndex&quot;:1}},&quot;format&quot;:&quot;BETTER_TEXT&quot;,&quot;size&quot;:{&quot;x&quot;:335.34961029071013,&quot;y&quot;:26},&quot;targetSize&quot;:{&quot;x&quot;:335.34961029071013,&quot;y&quot;:2}},&quot;parent&quot;:{&quot;type&quot;:&quot;CHILD&quot;,&quot;parentId&quot;:&quot;852e2fef-0c25-4598-83d4-50405e8a4833&quot;,&quot;order&quot;:&quot;5&quot;}},&quot;ec2d8e9e-3b0c-46e1-a65a-f5bcc7c793b0&quot;:{&quot;id&quot;:&quot;ec2d8e9e-3b0c-46e1-a65a-f5bcc7c793b0&quot;,&quot;type&quot;:&quot;FIGURE_OBJECT&quot;,&quot;relativeTransform&quot;:{&quot;translate&quot;:{&quot;x&quot;:-2.478873239436666,&quot;y&quot;:339.25},&quot;rotate&quot;:0,&quot;skewX&quot;:0,&quot;scale&quot;:{&quot;x&quot;:1,&quot;y&quot;:1}},&quot;path&quot;:{&quot;type&quot;:&quot;RECT&quot;,&quot;size&quot;:{&quot;x&quot;:1011.3802816901409,&quot;y&quot;:1350.5}},&quot;pathStyles&quot;:[{&quot;type&quot;:&quot;FILL&quot;,&quot;fillStyle&quot;:&quot;rgba(0,0,0,0)&quot;}],&quot;parent&quot;:{&quot;type&quot;:&quot;FRAME&quot;,&quot;parentId&quot;:&quot;d8b6af00-a9ac-4faf-bc1f-d7d7462cc7d7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9b26250d-446d-4d20-9a4c-5c8638712077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9b26250d-446d-4d20-9a4c-5c8638712077&quot;:{&quot;type&quot;:&quot;FIGURE_OBJECT&quot;,&quot;id&quot;:&quot;9b26250d-446d-4d20-9a4c-5c8638712077&quot;,&quot;path&quot;:{&quot;type&quot;:&quot;RECT&quot;,&quot;size&quot;:{&quot;x&quot;:862.7565902934398,&quot;y&quot;:741.147714578076},&quot;cornerRounding&quot;:{&quot;type&quot;:&quot;ARC_LENGTH&quot;,&quot;global&quot;:0}},&quot;pathStyles&quot;:[{&quot;type&quot;:&quot;FILL&quot;,&quot;fillStyle&quot;:&quot;rgba(229, 229, 229, 1)&quot;},{&quot;type&quot;:&quot;STROKE&quot;,&quot;strokeStyle&quot;:&quot;rgba(74, 72, 73, 1)&quot;,&quot;lineWidth&quot;:2,&quot;lineJoin&quot;:&quot;round&quot;}],&quot;parent&quot;:{&quot;type&quot;:&quot;CHILD&quot;,&quot;parentId&quot;:&quot;d8b6af00-a9ac-4faf-bc1f-d7d7462cc7d7&quot;,&quot;order&quot;:&quot;4&quot;},&quot;relativeTransform&quot;:{&quot;translate&quot;:{&quot;x&quot;:-4.547630779206003,&quot;y&quot;:612.0553387705195},&quot;rotate&quot;:0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69ac736d-3b87-4992-91f8-a5a6d0fb844c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69ac736d-3b87-4992-91f8-a5a6d0fb844c&quot;:{&quot;type&quot;:&quot;FIGURE_OBJECT&quot;,&quot;id&quot;:&quot;69ac736d-3b87-4992-91f8-a5a6d0fb844c&quot;,&quot;parent&quot;:{&quot;type&quot;:&quot;CHILD&quot;,&quot;parentId&quot;:&quot;d8b6af00-a9ac-4faf-bc1f-d7d7462cc7d7&quot;,&quot;order&quot;:&quot;7&quot;},&quot;relativeTransform&quot;:{&quot;translate&quot;:{&quot;x&quot;:-1.06754030438794,&quot;y&quot;:-2.1146875873819155},&quot;rotate&quot;:0,&quot;skewX&quot;:0,&quot;scale&quot;:{&quot;x&quot;:1,&quot;y&quot;:1}}},&quot;52c14bfb-8974-4608-9b75-cf1ef7a850af&quot;:{&quot;type&quot;:&quot;FIGURE_OBJECT&quot;,&quot;id&quot;:&quot;52c14bfb-8974-4608-9b75-cf1ef7a850af&quot;,&quot;path&quot;:{&quot;type&quot;:&quot;RECT&quot;,&quot;size&quot;:{&quot;x&quot;:861.9999332581572,&quot;y&quot;:261.99986180117287},&quot;cornerRounding&quot;:{&quot;type&quot;:&quot;ARC_LENGTH&quot;,&quot;global&quot;:0}},&quot;pathStyles&quot;:[{&quot;type&quot;:&quot;FILL&quot;,&quot;fillStyle&quot;:&quot;#EEF4FB&quot;},{&quot;type&quot;:&quot;STROKE&quot;,&quot;strokeStyle&quot;:&quot;rgb(149, 170, 211)&quot;,&quot;lineWidth&quot;:2,&quot;lineJoin&quot;:&quot;round&quot;}],&quot;parent&quot;:{&quot;type&quot;:&quot;CHILD&quot;,&quot;parentId&quot;:&quot;69ac736d-3b87-4992-91f8-a5a6d0fb844c&quot;,&quot;order&quot;:&quot;2&quot;},&quot;relativeTransform&quot;:{&quot;translate&quot;:{&quot;x&quot;:-3.1014685493204786,&quot;y&quot;:-153.88513534324355},&quot;rotate&quot;:0},&quot;layout&quot;:{&quot;sizeRatio&quot;:{&quot;x&quot;:0.88,&quot;y&quot;:0.88},&quot;keepAspectRatio&quot;:false}},&quot;fcdcbfd6-e46e-4189-9a11-ce8743ddbe7d&quot;:{&quot;id&quot;:&quot;fcdcbfd6-e46e-4189-9a11-ce8743ddbe7d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758.5599412671781,&quot;y&quot;:22},&quot;targetSize&quot;:{&quot;x&quot;:758.5599412671781,&quot;y&quot;:2}},&quot;parent&quot;:{&quot;type&quot;:&quot;CHILD&quot;,&quot;parentId&quot;:&quot;52c14bfb-8974-4608-9b75-cf1ef7a850af&quot;,&quot;order&quot;:&quot;5&quot;}},&quot;299f2df6-f178-4895-8bc7-a8d65f0c10d3&quot;:{&quot;type&quot;:&quot;FIGURE_OBJECT&quot;,&quot;id&quot;:&quot;299f2df6-f178-4895-8bc7-a8d65f0c10d3&quot;,&quot;path&quot;:{&quot;type&quot;:&quot;RECT&quot;,&quot;size&quot;:{&quot;x&quot;:861.999930982971,&quot;y&quot;:44.57038537938396},&quot;cornerRounding&quot;:{&quot;type&quot;:&quot;ARC_LENGTH&quot;,&quot;global&quot;:0}},&quot;pathStyles&quot;:[{&quot;type&quot;:&quot;FILL&quot;,&quot;fillStyle&quot;:&quot;rgb(149, 170, 211)&quot;},{&quot;type&quot;:&quot;STROKE&quot;,&quot;strokeStyle&quot;:&quot;rgb(149, 170, 211)&quot;,&quot;lineWidth&quot;:2,&quot;lineJoin&quot;:&quot;round&quot;}],&quot;parent&quot;:{&quot;type&quot;:&quot;CHILD&quot;,&quot;parentId&quot;:&quot;69ac736d-3b87-4992-91f8-a5a6d0fb844c&quot;,&quot;order&quot;:&quot;5&quot;},&quot;relativeTransform&quot;:{&quot;translate&quot;:{&quot;x&quot;:-3.1014674117273686,&quot;y&quot;:-262.59987355413796},&quot;rotate&quot;:0},&quot;layout&quot;:{&quot;sizeRatio&quot;:{&quot;x&quot;:0.88,&quot;y&quot;:0.88},&quot;keepAspectRatio&quot;:false}},&quot;340fcac6-ca1e-4ac8-bff5-768598cbf9f4&quot;:{&quot;id&quot;:&quot;340fcac6-ca1e-4ac8-bff5-768598cbf9f4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26.666666666666664,&quot;color&quot;:&quot;#FFFFFF&quot;,&quot;fontWeight&quot;:&quot;bold&quot;,&quot;fontStyle&quot;:&quot;normal&quot;,&quot;decoration&quot;:&quot;none&quot;},&quot;range&quot;:[0,10]}],&quot;text&quot;:&quot;Input Types&quot;}],&quot;_lastCaretLocation&quot;:{&quot;lineIndex&quot;:0,&quot;runIndex&quot;:-1,&quot;charIndex&quot;:-1,&quot;endOfLine&quot;:true}},&quot;format&quot;:&quot;BETTER_TEXT&quot;,&quot;size&quot;:{&quot;x&quot;:758.5599392650146,&quot;y&quot;:26},&quot;targetSize&quot;:{&quot;x&quot;:758.5599392650146,&quot;y&quot;:2}},&quot;parent&quot;:{&quot;type&quot;:&quot;CHILD&quot;,&quot;parentId&quot;:&quot;299f2df6-f178-4895-8bc7-a8d65f0c10d3&quot;,&quot;order&quot;:&quot;5&quot;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852e2fef-0c25-4598-83d4-50405e8a4833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852e2fef-0c25-4598-83d4-50405e8a4833&quot;:{&quot;type&quot;:&quot;FIGURE_OBJECT&quot;,&quot;id&quot;:&quot;852e2fef-0c25-4598-83d4-50405e8a4833&quot;,&quot;path&quot;:{&quot;type&quot;:&quot;RECT&quot;,&quot;size&quot;:{&quot;x&quot;:381.0791026030797,&quot;y&quot;:165.0795103464492},&quot;cornerRounding&quot;:{&quot;type&quot;:&quot;ARC_LENGTH&quot;,&quot;global&quot;:0}},&quot;pathStyles&quot;:[{&quot;type&quot;:&quot;FILL&quot;,&quot;fillStyle&quot;:&quot;rgb(224, 244, 218)&quot;},{&quot;type&quot;:&quot;STROKE&quot;,&quot;strokeStyle&quot;:&quot;rgb(53, 105, 32)&quot;,&quot;lineWidth&quot;:2,&quot;lineJoin&quot;:&quot;round&quot;}],&quot;parent&quot;:{&quot;type&quot;:&quot;CHILD&quot;,&quot;parentId&quot;:&quot;d8b6af00-a9ac-4faf-bc1f-d7d7462cc7d7&quot;,&quot;order&quot;:&quot;8&quot;},&quot;relativeTransform&quot;:{&quot;translate&quot;:{&quot;x&quot;:-220.56257682438084,&quot;y&quot;:-132.39388363586352},&quot;rotate&quot;:0,&quot;skewX&quot;:0,&quot;scale&quot;:{&quot;x&quot;:1,&quot;y&quot;:1}},&quot;layout&quot;:{&quot;sizeRatio&quot;:{&quot;x&quot;:0.88,&quot;y&quot;:0.88},&quot;keepAspectRatio&quot;:false}},&quot;1807317b-a8df-4606-88d2-18a09a39308e&quot;:{&quot;id&quot;:&quot;1807317b-a8df-4606-88d2-18a09a39308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Arial&quot;,&quot;fontSize&quot;:26,&quot;color&quot;:&quot;black&quot;,&quot;fontWeight&quot;:&quot;bold&quot;,&quot;fontStyle&quot;:&quot;normal&quot;,&quot;decoration&quot;:&quot;none&quot;}}],&quot;_lastCaretLocation&quot;:{&quot;lineIndex&quot;:0,&quot;runIndex&quot;:0,&quot;charIndex&quot;:1}},&quot;format&quot;:&quot;BETTER_TEXT&quot;,&quot;size&quot;:{&quot;x&quot;:335.34961029071013,&quot;y&quot;:26},&quot;targetSize&quot;:{&quot;x&quot;:335.34961029071013,&quot;y&quot;:2}},&quot;parent&quot;:{&quot;type&quot;:&quot;CHILD&quot;,&quot;parentId&quot;:&quot;852e2fef-0c25-4598-83d4-50405e8a4833&quot;,&quot;order&quot;:&quot;5&quot;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9c2e3a66-a57e-431a-aefe-0787308ff0d8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9c2e3a66-a57e-431a-aefe-0787308ff0d8&quot;:{&quot;type&quot;:&quot;FIGURE_OBJECT&quot;,&quot;id&quot;:&quot;9c2e3a66-a57e-431a-aefe-0787308ff0d8&quot;,&quot;path&quot;:{&quot;type&quot;:&quot;RECT&quot;,&quot;size&quot;:{&quot;x&quot;:405.86609356450793,&quot;y&quot;:165.86669291888572},&quot;cornerRounding&quot;:{&quot;type&quot;:&quot;ARC_LENGTH&quot;,&quot;global&quot;:0}},&quot;pathStyles&quot;:[{&quot;type&quot;:&quot;FILL&quot;,&quot;fillStyle&quot;:&quot;rgba(224, 244, 218, 1)&quot;},{&quot;type&quot;:&quot;STROKE&quot;,&quot;strokeStyle&quot;:&quot;rgba(53, 105, 32, 1)&quot;,&quot;lineWidth&quot;:2,&quot;lineJoin&quot;:&quot;round&quot;}],&quot;parent&quot;:{&quot;type&quot;:&quot;CHILD&quot;,&quot;parentId&quot;:&quot;d8b6af00-a9ac-4faf-bc1f-d7d7462cc7d7&quot;,&quot;order&quot;:&quot;9&quot;},&quot;relativeTransform&quot;:{&quot;translate&quot;:{&quot;x&quot;:199.8312317151064,&quot;y&quot;:-132.00022265139876},&quot;rotate&quot;:0},&quot;layout&quot;:{&quot;sizeRatio&quot;:{&quot;x&quot;:0.88,&quot;y&quot;:0.88},&quot;keepAspectRatio&quot;:false}},&quot;dc79fee5-5f30-4ece-b91a-b97eb375c9a7&quot;:{&quot;id&quot;:&quot;dc79fee5-5f30-4ece-b91a-b97eb375c9a7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Arial&quot;,&quot;fontSize&quot;:18.666666666666664,&quot;color&quot;:&quot;black&quot;,&quot;fontWeight&quot;:&quot;bold&quot;,&quot;fontStyle&quot;:&quot;normal&quot;,&quot;decoration&quot;:&quot;none&quot;}}],&quot;_lastCaretLocation&quot;:{&quot;lineIndex&quot;:0,&quot;runIndex&quot;:-1,&quot;charIndex&quot;:-1,&quot;endOfLine&quot;:true}},&quot;format&quot;:&quot;BETTER_TEXT&quot;,&quot;size&quot;:{&quot;x&quot;:357.1621623367669,&quot;y&quot;:19},&quot;targetSize&quot;:{&quot;x&quot;:357.1621623367669,&quot;y&quot;:2}},&quot;parent&quot;:{&quot;type&quot;:&quot;CHILD&quot;,&quot;parentId&quot;:&quot;9c2e3a66-a57e-431a-aefe-0787308ff0d8&quot;,&quot;order&quot;:&quot;5&quot;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5f7f883e-a71c-4616-a39c-d27375e8262d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5f7f883e-a71c-4616-a39c-d27375e8262d&quot;:{&quot;id&quot;:&quot;5f7f883e-a71c-4616-a39c-d27375e8262d&quot;,&quot;name&quot;:&quot;3D - Octahedron&quot;,&quot;displayName&quot;:&quot;&quot;,&quot;type&quot;:&quot;FIGURE_OBJECT&quot;,&quot;relativeTransform&quot;:{&quot;translate&quot;:{&quot;x&quot;:-290.00209119030984,&quot;y&quot;:-173.35137020734078},&quot;rotate&quot;:0,&quot;skewX&quot;:0,&quot;scale&quot;:{&quot;x&quot;:0.4799998662600064,&quot;y&quot;:0.4799998662600064}},&quot;image&quot;:{&quot;url&quot;:&quot;https://icons.cdn.biorender.com/biorender/62014ec09dc6f70029e071a2/5a74bdb28660b000141de34b.png&quot;,&quot;isPremium&quot;:false,&quot;isOrgIcon&quot;:false,&quot;size&quot;:{&quot;x&quot;:150,&quot;y&quot;:135.96774193548387},&quot;fallbackUrl&quot;:&quot;sources/icons/62014ec09dc6f70029e071a2/5a74bdb28660b000141de34b.svg&quot;},&quot;source&quot;:{&quot;id&quot;:&quot;5a74bdb28660b000141de34b&quot;,&quot;version&quot;:&quot;20220207165420&quot;,&quot;type&quot;:&quot;ASSETS&quot;},&quot;isPremium&quot;:false,&quot;parent&quot;:{&quot;type&quot;:&quot;CHILD&quot;,&quot;parentId&quot;:&quot;d8b6af00-a9ac-4faf-bc1f-d7d7462cc7d7&quot;,&quot;order&quot;:&quot;999&quot;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b8651a3a-cba6-446c-8c01-374e14b7859b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b8651a3a-cba6-446c-8c01-374e14b7859b&quot;:{&quot;type&quot;:&quot;FIGURE_OBJECT&quot;,&quot;id&quot;:&quot;b8651a3a-cba6-446c-8c01-374e14b7859b&quot;,&quot;parent&quot;:{&quot;type&quot;:&quot;CHILD&quot;,&quot;parentId&quot;:&quot;d8b6af00-a9ac-4faf-bc1f-d7d7462cc7d7&quot;,&quot;order&quot;:&quot;9995&quot;},&quot;relativeTransform&quot;:{&quot;translate&quot;:{&quot;x&quot;:104.57101575057621,&quot;y&quot;:-163.30856351449418},&quot;rotate&quot;:0,&quot;skewX&quot;:0,&quot;scale&quot;:{&quot;x&quot;:1,&quot;y&quot;:1}}},&quot;e69e4a3d-738f-4d84-ae74-7628db111cbe&quot;:{&quot;id&quot;:&quot;e69e4a3d-738f-4d84-ae74-7628db111cbe&quot;,&quot;name&quot;:&quot;skimage_cells.png&quot;,&quot;type&quot;:&quot;FIGURE_OBJECT&quot;,&quot;relativeTransform&quot;:{&quot;translate&quot;:{&quot;x&quot;:-42.928255297358824,&quot;y&quot;:-16.330056770176846},&quot;rotate&quot;:0,&quot;skewX&quot;:0,&quot;scale&quot;:{&quot;x&quot;:0.16701194424044497,&quot;y&quot;:0.16701194424044494}},&quot;image&quot;:{&quot;url&quot;:&quot;https://core.services.biorender.com/api/uploads/noredirect/69f8e8f91a6612b34a4fc41c/1777920249771_77db6014-6487-4458-a81d-7ca2eca9f47c_icon.png&quot;,&quot;fallbackUrl&quot;:&quot;https://core.services.biorender.com/api/uploads/noredirect/69f8e8f91a6612b34a4fc41c/1777920249771_77db6014-6487-4458-a81d-7ca2eca9f47c_icon.png&quot;,&quot;isPremium&quot;:false,&quot;isSignedURL&quot;:true,&quot;size&quot;:{&quot;x&quot;:300,&quot;y&quot;:314.77516059957173}},&quot;source&quot;:{&quot;id&quot;:&quot;69f8e8f91a6612b34a4fc41c&quot;,&quot;type&quot;:&quot;UPLOADS&quot;},&quot;isPremium&quot;:false,&quot;parent&quot;:{&quot;type&quot;:&quot;CHILD&quot;,&quot;parentId&quot;:&quot;b8651a3a-cba6-446c-8c01-374e14b7859b&quot;,&quot;order&quot;:&quot;5&quot;}},&quot;343ad810-c3b5-4f67-b34e-bc4f3db6ebfc&quot;:{&quot;type&quot;:&quot;FIGURE_OBJECT&quot;,&quot;id&quot;:&quot;343ad810-c3b5-4f67-b34e-bc4f3db6ebfc&quot;,&quot;parent&quot;:{&quot;type&quot;:&quot;CROP&quot;,&quot;parentId&quot;:&quot;b8651a3a-cba6-446c-8c01-374e14b7859b&quot;,&quot;order&quot;:&quot;5&quot;},&quot;relativeTransform&quot;:{&quot;translate&quot;:{&quot;x&quot;:-42.990111571911,&quot;y&quot;:-15.340356377341832},&quot;rotate&quot;:0,&quot;skewX&quot;:0,&quot;scale&quot;:{&quot;x&quot;:24.000234968679557,&quot;y&quot;:23.935067352183246}},&quot;path&quot;:{&quot;type&quot;:&quot;RECT&quot;,&quot;size&quot;:{&quot;x&quot;:2,&quot;y&quot;:2}},&quot;pathStyles&quot;:[{&quot;type&quot;:&quot;FILL&quot;,&quot;fillStyle&quot;:&quot;#fff&quot;}],&quot;isFrozen&quot;:true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5e4ac308-295e-40ed-9559-859965a32762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5e4ac308-295e-40ed-9559-859965a32762&quot;:{&quot;type&quot;:&quot;FIGURE_OBJECT&quot;,&quot;id&quot;:&quot;5e4ac308-295e-40ed-9559-859965a32762&quot;,&quot;parent&quot;:{&quot;type&quot;:&quot;CHILD&quot;,&quot;parentId&quot;:&quot;d8b6af00-a9ac-4faf-bc1f-d7d7462cc7d7&quot;,&quot;order&quot;:&quot;99995&quot;},&quot;relativeTransform&quot;:{&quot;translate&quot;:{&quot;x&quot;:-199.77706180179374,&quot;y&quot;:21.432476834080095},&quot;rotate&quot;:0}},&quot;c7d9cca8-c65b-4be5-af97-bf8e7fbe2da9&quot;:{&quot;type&quot;:&quot;FIGURE_OBJECT&quot;,&quot;id&quot;:&quot;c7d9cca8-c65b-4be5-af97-bf8e7fbe2da9&quot;,&quot;path&quot;:{&quot;type&quot;:&quot;RECT&quot;,&quot;size&quot;:{&quot;x&quot;:717.9989481064684,&quot;y&quot;:166.77865911580295},&quot;cornerRounding&quot;:{&quot;type&quot;:&quot;ARC_LENGTH&quot;,&quot;global&quot;:0}},&quot;pathStyles&quot;:[{&quot;type&quot;:&quot;FILL&quot;,&quot;fillStyle&quot;:&quot;rgba(254,240,222,1)&quot;},{&quot;type&quot;:&quot;STROKE&quot;,&quot;strokeStyle&quot;:&quot;rgb(184, 115, 51)&quot;,&quot;lineWidth&quot;:2,&quot;lineJoin&quot;:&quot;round&quot;}],&quot;parent&quot;:{&quot;type&quot;:&quot;CHILD&quot;,&quot;parentId&quot;:&quot;5e4ac308-295e-40ed-9559-859965a32762&quot;,&quot;order&quot;:&quot;2&quot;},&quot;relativeTransform&quot;:{&quot;translate&quot;:{&quot;x&quot;:195.60868778541607,&quot;y&quot;:62.17834613126414},&quot;rotate&quot;:0},&quot;layout&quot;:{&quot;sizeRatio&quot;:{&quot;x&quot;:0.88,&quot;y&quot;:0.88},&quot;keepAspectRatio&quot;:false}},&quot;3d8cbfb4-ac8d-4b0b-8b1e-54e18f381c95&quot;:{&quot;id&quot;:&quot;3d8cbfb4-ac8d-4b0b-8b1e-54e18f381c95&quot;,&quot;type&quot;:&quot;FIGURE_OBJECT&quot;,&quot;relativeTransform&quot;:{&quot;translate&quot;:{&quot;x&quot;:0,&quot;y&quot;:0},&quot;rotate&quot;:0},&quot;text&quot;:{&quot;textData&quot;:{&quot;lineSpacing&quot;:&quot;normal&quot;,&quot;alignment&quot;:&quot;right&quot;,&quot;verticalAlign&quot;:&quot;TOP&quot;,&quot;lines&quot;:[{&quot;runs&quot;:[{&quot;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,&quot;range&quot;:[0,2]}],&quot;text&quot;:&quot;   &quot;},{&quot;runs&quot;:[{&quot;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,&quot;range&quot;:[0,0]}],&quot;text&quot;:&quot; &quot;},{&quot;runs&quot;:[],&quot;text&quot;:&quot;&quot;,&quot;base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},{&quot;runs&quot;:[{&quot;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,&quot;range&quot;:[0,36]}],&quot;text&quot;:&quot;Computes Minkowski tensors and tensor&quot;},{&quot;runs&quot;:[{&quot;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,&quot;range&quot;:[0,45]}],&quot;text&quot;:&quot;based quantities vectorized over all triangles&quot;,&quot;baseStyle&quot;:{&quot;fontFamily&quot;:&quot;Arial&quot;,&quot;fontSize&quot;:17.333333333333332,&quot;color&quot;:&quot;black&quot;,&quot;fontWeight&quot;:&quot;normal&quot;,&quot;fontStyle&quot;:&quot;normal&quot;,&quot;decoration&quot;:&quot;none&quot;,&quot;script&quot;:&quot;none&quot;}},{&quot;runs&quot;:[],&quot;text&quot;:&quot;&quot;,&quot;baseStyle&quot;:{&quot;fontFamily&quot;:&quot;Arial&quot;,&quot;fontSize&quot;:8,&quot;color&quot;:&quot;black&quot;,&quot;fontWeight&quot;:&quot;normal&quot;,&quot;fontStyle&quot;:&quot;normal&quot;,&quot;decoration&quot;:&quot;none&quot;,&quot;script&quot;:&quot;none&quot;}},{&quot;runs&quot;:[{&quot;style&quot;:{&quot;fontWeight&quot;:&quot;normal&quot;,&quot;fontStyle&quot;:&quot;normal&quot;,&quot;fontSize&quot;:17.333333333333332,&quot;fontFamily&quot;:&quot;Arial&quot;,&quot;color&quot;:&quot;black&quot;,&quot;decoration&quot;:&quot;none&quot;},&quot;range&quot;:[0,60]}],&quot;text&quot;:&quot;Optional per-face labels, reference point, and compute preset&quot;,&quot;baseStyle&quot;:{&quot;fontFamily&quot;:&quot;Roboto&quot;,&quot;fontSize&quot;:9.333333333333332,&quot;color&quot;:&quot;black&quot;,&quot;fontWeight&quot;:&quot;normal&quot;,&quot;fontStyle&quot;:&quot;normal&quot;,&quot;decoration&quot;:&quot;none&quot;,&quot;script&quot;:&quot;none&quot;}},{&quot;runs&quot;:[],&quot;text&quot;:&quot;&quot;,&quot;baseStyle&quot;:{&quot;fontFamily&quot;:&quot;Arial&quot;,&quot;fontSize&quot;:8,&quot;color&quot;:&quot;black&quot;,&quot;fontWeight&quot;:&quot;normal&quot;,&quot;fontStyle&quot;:&quot;normal&quot;,&quot;decoration&quot;:&quot;none&quot;,&quot;script&quot;:&quot;none&quot;}},{&quot;runs&quot;:[],&quot;text&quot;:&quot;&quot;,&quot;baseStyle&quot;:{&quot;fontWeight&quot;:&quot;normal&quot;,&quot;fontStyle&quot;:&quot;normal&quot;,&quot;fontSize&quot;:17.333333333333332,&quot;fontFamily&quot;:&quot;Arial&quot;,&quot;color&quot;:&quot;black&quot;,&quot;decoration&quot;:&quot;none&quot;}}],&quot;_lastCaretLocation&quot;:{&quot;lineIndex&quot;:3,&quot;runIndex&quot;:0,&quot;charIndex&quot;:20}},&quot;format&quot;:&quot;BETTER_TEXT&quot;,&quot;size&quot;:{&quot;x&quot;:631.8390743336922,&quot;y&quot;:142},&quot;targetSize&quot;:{&quot;x&quot;:631.8390743336922,&quot;y&quot;:2}},&quot;parent&quot;:{&quot;type&quot;:&quot;CHILD&quot;,&quot;parentId&quot;:&quot;c7d9cca8-c65b-4be5-af97-bf8e7fbe2da9&quot;,&quot;order&quot;:&quot;5&quot;}},&quot;f18aa661-8628-45ec-b0a8-6b393cd4d45d&quot;:{&quot;id&quot;:&quot;f18aa661-8628-45ec-b0a8-6b393cd4d45d&quot;,&quot;type&quot;:&quot;FIGURE_OBJECT&quot;,&quot;relativeTransform&quot;:{&quot;translate&quot;:{&quot;x&quot;:197.29782904490796,&quot;y&quot;:1.2806079230784477},&quot;rotate&quot;:0},&quot;text&quot;:{&quot;textData&quot;:{&quot;lineSpacing&quot;:&quot;normal&quot;,&quot;alignment&quot;:&quot;center&quot;,&quot;verticalAlign&quot;:&quot;TOP&quot;,&quot;lines&quot;:[{&quot;runs&quot;:[{&quot;style&quot;:{&quot;fontFamily&quot;:&quot;Source Code Pro&quot;,&quot;fontSize&quot;:26.666666666666664,&quot;color&quot;:&quot;black&quot;,&quot;fontWeight&quot;:&quot;bold&quot;,&quot;fontStyle&quot;:&quot;normal&quot;,&quot;decoration&quot;:&quot;none&quot;},&quot;range&quot;:[0,18]}],&quot;text&quot;:&quot;minkowski_tensors()&quot;}],&quot;_lastCaretLocation&quot;:{&quot;lineIndex&quot;:0,&quot;runIndex&quot;:0,&quot;charIndex&quot;:0}},&quot;format&quot;:&quot;BETTER_TEXT&quot;,&quot;size&quot;:{&quot;x&quot;:334.0743103027344,&quot;y&quot;:33.80547202751781},&quot;targetSize&quot;:{&quot;x&quot;:334.0743103027344,&quot;y&quot;:33.80547202751781}},&quot;parent&quot;:{&quot;type&quot;:&quot;CHILD&quot;,&quot;parentId&quot;:&quot;5e4ac308-295e-40ed-9559-859965a32762&quot;,&quot;order&quot;:&quot;6&quot;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73c228c5-bb6e-4905-ad32-86ac060e8bb2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73c228c5-bb6e-4905-ad32-86ac060e8bb2&quot;:{&quot;type&quot;:&quot;FIGURE_OBJECT&quot;,&quot;id&quot;:&quot;73c228c5-bb6e-4905-ad32-86ac060e8bb2&quot;,&quot;parent&quot;:{&quot;type&quot;:&quot;CHILD&quot;,&quot;parentId&quot;:&quot;d8b6af00-a9ac-4faf-bc1f-d7d7462cc7d7&quot;,&quot;order&quot;:&quot;99997&quot;},&quot;relativeTransform&quot;:{&quot;translate&quot;:{&quot;x&quot;:-79.2499417817626,&quot;y&quot;:37.164788983369846},&quot;rotate&quot;:0}},&quot;32cb512e-1b56-4deb-a6dd-4bff24484d65&quot;:{&quot;id&quot;:&quot;32cb512e-1b56-4deb-a6dd-4bff24484d65&quot;,&quot;name&quot;:&quot;3D - Tetrahedron&quot;,&quot;displayName&quot;:&quot;&quot;,&quot;type&quot;:&quot;FIGURE_OBJECT&quot;,&quot;relativeTransform&quot;:{&quot;translate&quot;:{&quot;x&quot;:-190.4875678224362,&quot;y&quot;:40.13829334273602},&quot;rotate&quot;:0,&quot;skewX&quot;:0,&quot;scale&quot;:{&quot;x&quot;:0.9365740365925997,&quot;y&quot;:0.9365740365925996}},&quot;image&quot;:{&quot;url&quot;:&quot;https://icons.cdn.biorender.com/biorender/62014e5b9dc6f70029e0717e/5a74bd498660b000141de33a.png&quot;,&quot;isPremium&quot;:false,&quot;isOrgIcon&quot;:false,&quot;size&quot;:{&quot;x&quot;:150,&quot;y&quot;:119.06779661016948},&quot;fallbackUrl&quot;:&quot;sources/icons/62014e5b9dc6f70029e0717e/5a74bd498660b000141de33a.svg&quot;},&quot;source&quot;:{&quot;id&quot;:&quot;5a74bd498660b000141de33a&quot;,&quot;version&quot;:&quot;20220207165239&quot;,&quot;type&quot;:&quot;ASSETS&quot;},&quot;isPremium&quot;:false,&quot;parent&quot;:{&quot;type&quot;:&quot;CHILD&quot;,&quot;parentId&quot;:&quot;73c228c5-bb6e-4905-ad32-86ac060e8bb2&quot;,&quot;order&quot;:&quot;05&quot;}},&quot;d1d91d6b-3d92-4d2c-8d26-028fbca9418a&quot;:{&quot;id&quot;:&quot;d1d91d6b-3d92-4d2c-8d26-028fbca9418a&quot;,&quot;type&quot;:&quot;FIGURE_OBJECT&quot;,&quot;relativeTransform&quot;:{&quot;translate&quot;:{&quot;x&quot;:-189.54598782446095,&quot;y&quot;:-25.83161919382388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v1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1&quot;},&quot;opacity&quot;:0.7},&quot;92ab9d82-9d96-4f1b-92a4-f98352f6d017&quot;:{&quot;id&quot;:&quot;92ab9d82-9d96-4f1b-92a4-f98352f6d017&quot;,&quot;type&quot;:&quot;FIGURE_OBJECT&quot;,&quot;relativeTransform&quot;:{&quot;translate&quot;:{&quot;x&quot;:-190.48742663728225,&quot;y&quot;:22.861865231786993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e2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2&quot;},&quot;opacity&quot;:0.7},&quot;2224e53e-501f-4480-8077-0ade74583508&quot;:{&quot;id&quot;:&quot;2224e53e-501f-4480-8077-0ade74583508&quot;,&quot;type&quot;:&quot;FIGURE_OBJECT&quot;,&quot;relativeTransform&quot;:{&quot;translate&quot;:{&quot;x&quot;:-221.4109798220027,&quot;y&quot;:79.0649244605442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e3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25&quot;},&quot;opacity&quot;:0.7},&quot;328a0e07-c6e5-4ef6-ad17-604ba2b6cf6f&quot;:{&quot;id&quot;:&quot;328a0e07-c6e5-4ef6-ad17-604ba2b6cf6f&quot;,&quot;type&quot;:&quot;FIGURE_OBJECT&quot;,&quot;relativeTransform&quot;:{&quot;translate&quot;:{&quot;x&quot;:-230.75792135924988,&quot;y&quot;:22.862291376659904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e1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3&quot;},&quot;opacity&quot;:0.7},&quot;0c4e9c5d-b407-465e-9c70-57bd2a34ca63&quot;:{&quot;id&quot;:&quot;0c4e9c5d-b407-465e-9c70-57bd2a34ca63&quot;,&quot;type&quot;:&quot;FIGURE_OBJECT&quot;,&quot;relativeTransform&quot;:{&quot;translate&quot;:{&quot;x&quot;:-190.4877686283961,&quot;y&quot;:58.45966218859645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v3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5&quot;},&quot;opacity&quot;:0.7},&quot;6c4670ee-7753-46d7-afcc-ee003546be38&quot;:{&quot;id&quot;:&quot;6c4670ee-7753-46d7-afcc-ee003546be38&quot;,&quot;type&quot;:&quot;FIGURE_OBJECT&quot;,&quot;relativeTransform&quot;:{&quot;translate&quot;:{&quot;x&quot;:-252.33376230149284,&quot;y&quot;:107.22884168083807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v2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55&quot;},&quot;opacity&quot;:0.7},&quot;b1de2355-3a93-4e8e-a4b3-b35a9203194c&quot;:{&quot;id&quot;:&quot;b1de2355-3a93-4e8e-a4b3-b35a9203194c&quot;,&quot;type&quot;:&quot;FIGURE_OBJECT&quot;,&quot;relativeTransform&quot;:{&quot;translate&quot;:{&quot;x&quot;:-208.34529971385297,&quot;y&quot;:49.09408242189822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none&quot;},&quot;range&quot;:[0,0]},{&quot;style&quot;:{&quot;fontFamily&quot;:&quot;Roboto&quot;,&quot;fontSize&quot;:19.08687046279015,&quot;color&quot;:&quot;black&quot;,&quot;fontWeight&quot;:&quot;bold&quot;,&quot;fontStyle&quot;:&quot;normal&quot;,&quot;decoration&quot;:&quot;none&quot;,&quot;script&quot;:&quot;sub&quot;},&quot;range&quot;:[1,1]}],&quot;text&quot;:&quot;f1&quot;}],&quot;_lastCaretLocation&quot;:{&quot;lineIndex&quot;:0,&quot;runIndex&quot;:-1,&quot;charIndex&quot;:-1,&quot;endOfLine&quot;:true}},&quot;format&quot;:&quot;BETTER_TEXT&quot;,&quot;size&quot;:{&quot;x&quot;:30.923048962223607,&quot;y&quot;:22.6656586745633},&quot;targetSize&quot;:{&quot;x&quot;:30.923048962223607,&quot;y&quot;:22.6656586745633}},&quot;parent&quot;:{&quot;type&quot;:&quot;CHILD&quot;,&quot;parentId&quot;:&quot;73c228c5-bb6e-4905-ad32-86ac060e8bb2&quot;,&quot;order&quot;:&quot;6&quot;},&quot;opacity&quot;:0.7},&quot;40b8c2a9-448d-4e60-9d65-817b6450cdbe&quot;:{&quot;relativeTransform&quot;:{&quot;translate&quot;:{&quot;x&quot;:-82.54141517097383,&quot;y&quot;:-354.7285913407605},&quot;rotate&quot;:-1.0117298010932418},&quot;type&quot;:&quot;FIGURE_OBJECT&quot;,&quot;id&quot;:&quot;40b8c2a9-448d-4e60-9d65-817b6450cdbe&quot;,&quot;opacity&quot;:0.48,&quot;path&quot;:{&quot;type&quot;:&quot;POLY_LINE&quot;,&quot;points&quot;:[{&quot;x&quot;:-423.61419586096474,&quot;y&quot;:100.21392452679127},{&quot;x&quot;:-423.61419586096474,&quot;y&quot;:43.33380066533456}],&quot;closed&quot;:false},&quot;pathStyles&quot;:[{&quot;type&quot;:&quot;FILL&quot;,&quot;fillStyle&quot;:&quot;rgba(0,0,0,0)&quot;},{&quot;type&quot;:&quot;STROKE&quot;,&quot;strokeStyle&quot;:&quot;rgba(0, 0, 0, 1)&quot;,&quot;lineWidth&quot;:1.1929294039243843,&quot;lineJoin&quot;:&quot;round&quot;}],&quot;isLocked&quot;:false,&quot;parent&quot;:{&quot;type&quot;:&quot;CHILD&quot;,&quot;parentId&quot;:&quot;73c228c5-bb6e-4905-ad32-86ac060e8bb2&quot;,&quot;order&quot;:&quot;7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2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d5c33eec-e4d9-4b1d-bb49-96f70779ed92&quot;:{&quot;id&quot;:&quot;d5c33eec-e4d9-4b1d-bb49-96f70779ed92&quot;,&quot;type&quot;:&quot;FIGURE_OBJECT&quot;,&quot;relativeTransform&quot;:{&quot;translate&quot;:{&quot;x&quot;:-253.18985203411057,&quot;y&quot;:7.765717384243335},&quot;rotate&quot;:-1.0117298010932418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9.08687046279015,&quot;color&quot;:&quot;rgba(192,56,48,1)&quot;,&quot;fontWeight&quot;:&quot;bold&quot;,&quot;fontStyle&quot;:&quot;normal&quot;,&quot;decoration&quot;:&quot;none&quot;},&quot;range&quot;:[0,0]},{&quot;style&quot;:{&quot;fontFamily&quot;:&quot;Roboto&quot;,&quot;fontSize&quot;:19.08687046279015,&quot;color&quot;:&quot;rgba(192,56,48,1)&quot;,&quot;fontWeight&quot;:&quot;bold&quot;,&quot;fontStyle&quot;:&quot;normal&quot;,&quot;decoration&quot;:&quot;none&quot;,&quot;script&quot;:&quot;sub&quot;},&quot;range&quot;:[1,1]}],&quot;text&quot;:&quot;n1&quot;}],&quot;_lastCaretLocation&quot;:{&quot;lineIndex&quot;:0,&quot;runIndex&quot;:-1,&quot;charIndex&quot;:-1,&quot;endOfLine&quot;:true}},&quot;format&quot;:&quot;BETTER_TEXT&quot;,&quot;size&quot;:{&quot;x&quot;:17.260197313030936,&quot;y&quot;:22.66565867456331},&quot;targetSize&quot;:{&quot;x&quot;:17.260197313030936,&quot;y&quot;:22.66565867456331}},&quot;parent&quot;:{&quot;type&quot;:&quot;CHILD&quot;,&quot;parentId&quot;:&quot;73c228c5-bb6e-4905-ad32-86ac060e8bb2&quot;,&quot;order&quot;:&quot;8&quot;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cab17930-f7b9-45c7-8693-70b9fd8d52e8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cab17930-f7b9-45c7-8693-70b9fd8d52e8&quot;:{&quot;relativeTransform&quot;:{&quot;translate&quot;:{&quot;x&quot;:372.0297316278543,&quot;y&quot;:735.3234434935499},&quot;rotate&quot;:0.7805160532154644,&quot;skewX&quot;:0,&quot;scale&quot;:{&quot;x&quot;:1,&quot;y&quot;:1}},&quot;type&quot;:&quot;FIGURE_OBJECT&quot;,&quot;id&quot;:&quot;cab17930-f7b9-45c7-8693-70b9fd8d52e8&quot;,&quot;opacity&quot;:0.9,&quot;path&quot;:{&quot;type&quot;:&quot;POLY_LINE&quot;,&quot;points&quot;:[{&quot;x&quot;:-355.3203436001184,&quot;y&quot;:42.25159418693709},{&quot;x&quot;:-356.0165212696529,&quot;y&quot;:16.05205177305495}],&quot;closed&quot;:false},&quot;pathStyles&quot;:[{&quot;type&quot;:&quot;FILL&quot;,&quot;fillStyle&quot;:&quot;rgba(0,0,0,0)&quot;},{&quot;type&quot;:&quot;STROKE&quot;,&quot;strokeStyle&quot;:&quot;#FFFFFF&quot;,&quot;lineWidth&quot;:2,&quot;lineJoin&quot;:&quot;round&quot;,&quot;dashArray&quot;:[2]}],&quot;isLocked&quot;:false,&quot;parent&quot;:{&quot;type&quot;:&quot;CHILD&quot;,&quot;parentId&quot;:&quot;d8b6af00-a9ac-4faf-bc1f-d7d7462cc7d7&quot;,&quot;order&quot;:&quot;99998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21872e00-13dd-4887-bba2-edc1fbeb240b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21872e00-13dd-4887-bba2-edc1fbeb240b&quot;:{&quot;type&quot;:&quot;FIGURE_OBJECT&quot;,&quot;id&quot;:&quot;21872e00-13dd-4887-bba2-edc1fbeb240b&quot;,&quot;parent&quot;:{&quot;type&quot;:&quot;CHILD&quot;,&quot;parentId&quot;:&quot;d8b6af00-a9ac-4faf-bc1f-d7d7462cc7d7&quot;,&quot;order&quot;:&quot;99999&quot;},&quot;relativeTransform&quot;:{&quot;translate&quot;:{&quot;x&quot;:-79.11045402542045,&quot;y&quot;:1180.7565581125946},&quot;rotate&quot;:-1.5707963267948966}},&quot;a3057f7c-95a6-40fc-9bc7-98efce7368fc&quot;:{&quot;type&quot;:&quot;FIGURE_OBJECT&quot;,&quot;id&quot;:&quot;a3057f7c-95a6-40fc-9bc7-98efce7368fc&quot;,&quot;relativeTransform&quot;:{&quot;translate&quot;:{&quot;x&quot;:244.7565703177976,&quot;y&quot;:74.94292823353675},&quot;rotate&quot;:0},&quot;opacity&quot;:1,&quot;path&quot;:{&quot;type&quot;:&quot;RECT&quot;,&quot;size&quot;:{&quot;x&quot;:95.00013826930433,&quot;y&quot;:863.0028161363123},&quot;cornerRounding&quot;:{&quot;type&quot;:&quot;ARC_LENGTH&quot;,&quot;global&quot;:5.735392250875922}},&quot;pathStyles&quot;:[{&quot;type&quot;:&quot;FILL&quot;,&quot;fillStyle&quot;:&quot;rgba(252, 229, 234, 1)&quot;},{&quot;type&quot;:&quot;STROKE&quot;,&quot;strokeStyle&quot;:&quot;rgb(138, 42, 68)&quot;,&quot;lineWidth&quot;:0.9998552821506035,&quot;lineJoin&quot;:&quot;round&quot;}],&quot;isLocked&quot;:false,&quot;parent&quot;:{&quot;type&quot;:&quot;CHILD&quot;,&quot;parentId&quot;:&quot;21872e00-13dd-4887-bba2-edc1fbeb240b&quot;,&quot;order&quot;:&quot;2&quot;}},&quot;bb6fa99b-c730-462f-8f76-b330bd93a086&quot;:{&quot;type&quot;:&quot;FIGURE_OBJECT&quot;,&quot;id&quot;:&quot;bb6fa99b-c730-462f-8f76-b330bd93a086&quot;,&quot;relativeTransform&quot;:{&quot;translate&quot;:{&quot;x&quot;:244.75645747994815,&quot;y&quot;:447.0621982619939},&quot;rotate&quot;:1.5707963267948968,&quot;skewX&quot;:-4.829387541525723e-17},&quot;layout&quot;:{&quot;sizeRatio&quot;:{&quot;x&quot;:0.99328165374677,&quot;y&quot;:0.95},&quot;keepAspectRatio&quot;:false},&quot;opacity&quot;:1,&quot;path&quot;:{&quot;type&quot;:&quot;RECT&quot;,&quot;size&quot;:{&quot;x&quot;:119.24252473114173,&quot;y&quot;:95.00065486510752},&quot;cornerRounding&quot;:{&quot;type&quot;:&quot;ARC_LENGTH&quot;,&quot;global&quot;:6.323637609940117}},&quot;pathStyles&quot;:[{&quot;type&quot;:&quot;FILL&quot;,&quot;fillStyle&quot;:&quot;rgb(138, 42, 68)&quot;},{&quot;type&quot;:&quot;STROKE&quot;,&quot;strokeStyle&quot;:&quot;rgb(138, 42, 68)&quot;,&quot;lineWidth&quot;:0.9998552821506034,&quot;lineJoin&quot;:&quot;round&quot;}],&quot;isLocked&quot;:false,&quot;parent&quot;:{&quot;type&quot;:&quot;CHILD&quot;,&quot;parentId&quot;:&quot;21872e00-13dd-4887-bba2-edc1fbeb240b&quot;,&quot;order&quot;:&quot;7&quot;}},&quot;0b96ff68-72de-4d97-9b9d-848ac9f0e4f7&quot;:{&quot;type&quot;:&quot;FIGURE_OBJECT&quot;,&quot;id&quot;:&quot;0b96ff68-72de-4d97-9b9d-848ac9f0e4f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#FFFFFF&quot;,&quot;fontWeight&quot;:&quot;bold&quot;,&quot;fontStyle&quot;:&quot;normal&quot;,&quot;decoration&quot;:&quot;none&quot;,&quot;script&quot;:&quot;none&quot;},&quot;range&quot;:[0,28]}],&quot;text&quot;:&quot;Derived &amp; Additional Measures&quot;}],&quot;verticalAlign&quot;:&quot;TOP&quot;,&quot;_lastCaretLocation&quot;:{&quot;lineIndex&quot;:0,&quot;runIndex&quot;:0,&quot;charIndex&quot;:9}},&quot;size&quot;:{&quot;x&quot;:118.44141216188858,&quot;y&quot;:60},&quot;targetSize&quot;:{&quot;x&quot;:118.44141216188858,&quot;y&quot;:2},&quot;format&quot;:&quot;BETTER_TEXT&quot;,&quot;verticalAlign&quot;:&quot;TOP&quot;},&quot;parent&quot;:{&quot;type&quot;:&quot;CHILD&quot;,&quot;parentId&quot;:&quot;bb6fa99b-c730-462f-8f76-b330bd93a086&quot;,&quot;order&quot;:&quot;5&quot;}},&quot;6550abf2-f6aa-4053-b660-cc1e186f4a7a&quot;:{&quot;id&quot;:&quot;6550abf2-f6aa-4053-b660-cc1e186f4a7a&quot;,&quot;type&quot;:&quot;FIGURE_OBJECT&quot;,&quot;relativeTransform&quot;:{&quot;translate&quot;:{&quot;x&quot;:242.25739588812814,&quot;y&quot;:33.78157549333072},&quot;rotate&quot;:1.5707963267948968,&quot;skewX&quot;:-4.829387541525725e-17},&quot;text&quot;:{&quot;textData&quot;:{&quot;lineSpacing&quot;:&quot;normal&quot;,&quot;alignment&quot;:&quot;left&quot;,&quot;verticalAlign&quot;:&quot;TOP&quot;,&quot;lines&quot;:[{&quot;runs&quot;:[{&quot;style&quot;:{&quot;fontWeight&quot;:&quot;normal&quot;,&quot;fontStyle&quot;:&quot;normal&quot;,&quot;fontSize&quot;:20,&quot;fontFamily&quot;:&quot;Arial&quot;,&quot;color&quot;:&quot;black&quot;,&quot;decoration&quot;:&quot;none&quot;},&quot;range&quot;:[0,101]},{&quot;style&quot;:{&quot;fontFamily&quot;:&quot;Arial&quot;,&quot;fontSize&quot;:20,&quot;color&quot;:&quot;black&quot;,&quot;fontWeight&quot;:&quot;normal&quot;,&quot;fontStyle&quot;:&quot;normal&quot;,&quot;decoration&quot;:&quot;none&quot;},&quot;range&quot;:[102,102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03,103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104,105]},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106,163]}],&quot;text&quot;:&quot;Eigen Values (λ), Eigen Vectors, Anisotropy Ratios min(λ)/max(λ), Trace, Trace over Scalar Ratios for Wv20, Rank 3 &amp; 4 Normal Tensors, Irreducible Minkowski Tensors&quot;}],&quot;_lastCaretLocation&quot;:{&quot;lineIndex&quot;:0,&quot;runIndex&quot;:0,&quot;charIndex&quot;:51}},&quot;format&quot;:&quot;BETTER_TEXT&quot;,&quot;size&quot;:{&quot;x&quot;:733.5081384912285,&quot;y&quot;:60},&quot;targetSize&quot;:{&quot;x&quot;:733.5081384912285,&quot;y&quot;:52.48085386945117}},&quot;parent&quot;:{&quot;type&quot;:&quot;CHILD&quot;,&quot;parentId&quot;:&quot;21872e00-13dd-4887-bba2-edc1fbeb240b&quot;,&quot;order&quot;:&quot;5&quot;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336a7dae-8d94-4d4c-b685-2d2f01b5d3dd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336a7dae-8d94-4d4c-b685-2d2f01b5d3dd&quot;:{&quot;type&quot;:&quot;FIGURE_OBJECT&quot;,&quot;id&quot;:&quot;336a7dae-8d94-4d4c-b685-2d2f01b5d3dd&quot;,&quot;relativeTransform&quot;:{&quot;translate&quot;:{&quot;x&quot;:-147.22557807801826,&quot;y&quot;:203.6876046173449},&quot;rotate&quot;:0},&quot;opacity&quot;:1,&quot;path&quot;:{&quot;type&quot;:&quot;POLY_LINE&quot;,&quot;points&quot;:[{&quot;x&quot;:143.9438561613921,&quot;y&quot;:-34.687177490246754},{&quot;x&quot;:143.9438561613921,&quot;y&quot;:0},{&quot;x&quot;:-143.9438561613921,&quot;y&quot;:0},{&quot;x&quot;:-143.9438561613921,&quot;y&quot;:34.687177490246754}],&quot;closed&quot;:false},&quot;pathStyles&quot;:[{&quot;type&quot;:&quot;FILL&quot;,&quot;fillStyle&quot;:&quot;rgba(0,0,0,0)&quot;},{&quot;type&quot;:&quot;STROKE&quot;,&quot;strokeStyle&quot;:&quot;#00000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8b6af00-a9ac-4faf-bc1f-d7d7462cc7d7&quot;,&quot;order&quot;:&quot;9999997&quot;},&quot;connectorInfo&quot;:{&quot;type&quot;:&quot;ELBOW&quot;,&quot;offset&quot;:{&quot;x&quot;:0,&quot;y&quot;:0},&quot;bending&quot;:0.1,&quot;customized&quot;:false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398197ec-1424-45f0-abaa-d2e6e35f211e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398197ec-1424-45f0-abaa-d2e6e35f211e&quot;:{&quot;type&quot;:&quot;FIGURE_OBJECT&quot;,&quot;id&quot;:&quot;398197ec-1424-45f0-abaa-d2e6e35f211e&quot;,&quot;relativeTransform&quot;:{&quot;translate&quot;:{&quot;x&quot;:-2.9263612239962313,&quot;y&quot;:204.10274349894433},&quot;rotate&quot;:0},&quot;opacity&quot;:1,&quot;path&quot;:{&quot;type&quot;:&quot;POLY_LINE&quot;,&quot;points&quot;:[{&quot;x&quot;:0.24228909953584576,&quot;y&quot;:-34.53058539238522},{&quot;x&quot;:0.24228909953584576,&quot;y&quot;:0},{&quot;x&quot;:-0.24228909953584576,&quot;y&quot;:0},{&quot;x&quot;:-0.24228909953584576,&quot;y&quot;:34.53058539238522}],&quot;closed&quot;:false},&quot;pathStyles&quot;:[{&quot;type&quot;:&quot;FILL&quot;,&quot;fillStyle&quot;:&quot;rgba(0,0,0,0)&quot;},{&quot;type&quot;:&quot;STROKE&quot;,&quot;strokeStyle&quot;:&quot;#00000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8b6af00-a9ac-4faf-bc1f-d7d7462cc7d7&quot;,&quot;order&quot;:&quot;9999998&quot;},&quot;connectorInfo&quot;:{&quot;type&quot;:&quot;ELBOW&quot;,&quot;offset&quot;:{&quot;x&quot;:0,&quot;y&quot;:0},&quot;bending&quot;:0.1,&quot;customized&quot;:false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31b087be-57bf-4b39-83a9-f0e8b9896122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31b087be-57bf-4b39-83a9-f0e8b9896122&quot;:{&quot;type&quot;:&quot;FIGURE_OBJECT&quot;,&quot;id&quot;:&quot;31b087be-57bf-4b39-83a9-f0e8b9896122&quot;,&quot;relativeTransform&quot;:{&quot;translate&quot;:{&quot;x&quot;:139.83083763391693,&quot;y&quot;:204.0694396613947},&quot;rotate&quot;:0},&quot;opacity&quot;:1,&quot;path&quot;:{&quot;type&quot;:&quot;POLY_LINE&quot;,&quot;points&quot;:[{&quot;x&quot;:-143.00023769779762,&quot;y&quot;:-34.93097824106788},{&quot;x&quot;:-143.00023769779762,&quot;y&quot;:0},{&quot;x&quot;:143.00023769779762,&quot;y&quot;:0},{&quot;x&quot;:143.00023769779762,&quot;y&quot;:34.93097824106788}],&quot;closed&quot;:false},&quot;pathStyles&quot;:[{&quot;type&quot;:&quot;FILL&quot;,&quot;fillStyle&quot;:&quot;rgba(0,0,0,0)&quot;},{&quot;type&quot;:&quot;STROKE&quot;,&quot;strokeStyle&quot;:&quot;#000000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8b6af00-a9ac-4faf-bc1f-d7d7462cc7d7&quot;,&quot;order&quot;:&quot;9999999&quot;},&quot;connectorInfo&quot;:{&quot;type&quot;:&quot;ELBOW&quot;,&quot;offset&quot;:{&quot;x&quot;:0,&quot;y&quot;:0},&quot;bending&quot;:0.1,&quot;customized&quot;:false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50abce69-d358-47ac-b472-fb0ec788d87e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50abce69-d358-47ac-b472-fb0ec788d87e&quot;:{&quot;type&quot;:&quot;FIGURE_OBJECT&quot;,&quot;id&quot;:&quot;50abce69-d358-47ac-b472-fb0ec788d87e&quot;,&quot;path&quot;:{&quot;type&quot;:&quot;RECT&quot;,&quot;size&quot;:{&quot;x&quot;:861.9996857198161,&quot;y&quot;:41.456632169413794},&quot;cornerRounding&quot;:{&quot;type&quot;:&quot;ARC_LENGTH&quot;,&quot;global&quot;:0}},&quot;pathStyles&quot;:[{&quot;type&quot;:&quot;FILL&quot;,&quot;fillStyle&quot;:&quot;rgb(74, 72, 73)&quot;},{&quot;type&quot;:&quot;STROKE&quot;,&quot;strokeStyle&quot;:&quot;rgb(74, 72, 73)&quot;,&quot;lineWidth&quot;:2,&quot;lineJoin&quot;:&quot;round&quot;}],&quot;parent&quot;:{&quot;type&quot;:&quot;CHILD&quot;,&quot;parentId&quot;:&quot;d8b6af00-a9ac-4faf-bc1f-d7d7462cc7d7&quot;,&quot;order&quot;:&quot;99999997&quot;},&quot;relativeTransform&quot;:{&quot;translate&quot;:{&quot;x&quot;:-4.168889289067778,&quot;y&quot;:261.72825167152894},&quot;rotate&quot;:0},&quot;layout&quot;:{&quot;sizeRatio&quot;:{&quot;x&quot;:0.88,&quot;y&quot;:0.88},&quot;keepAspectRatio&quot;:false}},&quot;dd89bded-374b-4f80-97cd-52c85d9804f2&quot;:{&quot;id&quot;:&quot;dd89bded-374b-4f80-97cd-52c85d9804f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26.666666666666664,&quot;color&quot;:&quot;#FFFFFF&quot;,&quot;fontWeight&quot;:&quot;bold&quot;,&quot;fontStyle&quot;:&quot;normal&quot;,&quot;decoration&quot;:&quot;none&quot;},&quot;range&quot;:[0,5]}],&quot;text&quot;:&quot;Output&quot;}],&quot;_lastCaretLocation&quot;:{&quot;lineIndex&quot;:0,&quot;runIndex&quot;:-1,&quot;charIndex&quot;:-1,&quot;endOfLine&quot;:true}},&quot;format&quot;:&quot;BETTER_TEXT&quot;,&quot;size&quot;:{&quot;x&quot;:758.559723433438,&quot;y&quot;:26},&quot;targetSize&quot;:{&quot;x&quot;:758.559723433438,&quot;y&quot;:2}},&quot;parent&quot;:{&quot;type&quot;:&quot;CHILD&quot;,&quot;parentId&quot;:&quot;50abce69-d358-47ac-b472-fb0ec788d87e&quot;,&quot;order&quot;:&quot;5&quot;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ff2b4d19-c99b-4e40-9c27-fcaa94e3aa14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ff2b4d19-c99b-4e40-9c27-fcaa94e3aa14&quot;:{&quot;id&quot;:&quot;ff2b4d19-c99b-4e40-9c27-fcaa94e3aa14&quot;,&quot;name&quot;:&quot;image.png&quot;,&quot;type&quot;:&quot;FIGURE_OBJECT&quot;,&quot;relativeTransform&quot;:{&quot;translate&quot;:{&quot;x&quot;:-363.0393625605089,&quot;y&quot;:-168.96218881502676},&quot;rotate&quot;:0,&quot;skewX&quot;:0,&quot;scale&quot;:{&quot;x&quot;:0.24692064740698863,&quot;y&quot;:0.24692064740698863}},&quot;image&quot;:{&quot;url&quot;:&quot;https://core.services.biorender.com/api/uploads/noredirect/69fb969dda06e78a979fe96c/1778095773579_d12d781d-265b-4d24-959c-a9e8208458a1_icon.png&quot;,&quot;isPremium&quot;:false,&quot;isSignedURL&quot;:true,&quot;size&quot;:{&quot;x&quot;:300,&quot;y&quot;:300}},&quot;source&quot;:{&quot;id&quot;:&quot;69fb969dda06e78a979fe96c&quot;,&quot;type&quot;:&quot;UPLOADS&quot;},&quot;isPremium&quot;:false,&quot;parent&quot;:{&quot;type&quot;:&quot;CHILD&quot;,&quot;parentId&quot;:&quot;d8b6af00-a9ac-4faf-bc1f-d7d7462cc7d7&quot;,&quot;order&quot;:&quot;99999998&quot;},&quot;styles&quot;:{&quot;editable&quot;:[{&quot;styleName&quot;:&quot;MONOCHROME_COLOR&quot;,&quot;index&quot;:0,&quot;color&quot;:&quot;#BBBBBC&quot;}]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714fa374-79c4-4e4a-822d-289a062bfd00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714fa374-79c4-4e4a-822d-289a062bfd00&quot;:{&quot;type&quot;:&quot;FIGURE_OBJECT&quot;,&quot;id&quot;:&quot;714fa374-79c4-4e4a-822d-289a062bfd00&quot;,&quot;path&quot;:{&quot;type&quot;:&quot;RECT&quot;,&quot;size&quot;:{&quot;x&quot;:173.11439514160156,&quot;y&quot;:72.15932465251677},&quot;cornerRounding&quot;:{&quot;type&quot;:&quot;ARC_LENGTH&quot;,&quot;global&quot;:15.707963267948966}},&quot;pathStyles&quot;:[{&quot;type&quot;:&quot;FILL&quot;,&quot;fillStyle&quot;:&quot;rgb(224, 244, 218)&quot;},{&quot;type&quot;:&quot;STROKE&quot;,&quot;strokeStyle&quot;:&quot;rgb(53, 105, 32)&quot;,&quot;lineWidth&quot;:2,&quot;lineJoin&quot;:&quot;round&quot;}],&quot;parent&quot;:{&quot;type&quot;:&quot;CHILD&quot;,&quot;parentId&quot;:&quot;d8b6af00-a9ac-4faf-bc1f-d7d7462cc7d7&quot;,&quot;order&quot;:&quot;999999991&quot;},&quot;relativeTransform&quot;:{&quot;translate&quot;:{&quot;x&quot;:-315.9948491499341,&quot;y&quot;:-97.50904790168337},&quot;rotate&quot;:0,&quot;skewX&quot;:0,&quot;scale&quot;:{&quot;x&quot;:1,&quot;y&quot;:1}},&quot;layout&quot;:{&quot;sizeRatio&quot;:{&quot;x&quot;:0.88,&quot;y&quot;:0.88},&quot;keepAspectRatio&quot;:false}},&quot;3def0452-cdc4-494a-bbde-3044f2d3f7cb&quot;:{&quot;id&quot;:&quot;3def0452-cdc4-494a-bbde-3044f2d3f7cb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Source Code Pro&quot;,&quot;fontSize&quot;:17.333333333333332,&quot;color&quot;:&quot;black&quot;,&quot;fontWeight&quot;:&quot;bold&quot;,&quot;fontStyle&quot;:&quot;normal&quot;,&quot;decoration&quot;:&quot;none&quot;,&quot;script&quot;:&quot;none&quot;},&quot;range&quot;:[0,13]}],&quot;text&quot;:&quot;parse_*_file()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27]}],&quot;text&quot;:&quot;.poly, .off, obj, .glb, .stl&quot;}],&quot;_lastCaretLocation&quot;:{&quot;lineIndex&quot;:0,&quot;runIndex&quot;:0,&quot;charIndex&quot;:1}},&quot;format&quot;:&quot;BETTER_TEXT&quot;,&quot;size&quot;:{&quot;x&quot;:152.34066772460938,&quot;y&quot;:37},&quot;targetSize&quot;:{&quot;x&quot;:132.377353067121,&quot;y&quot;:2}},&quot;parent&quot;:{&quot;type&quot;:&quot;CHILD&quot;,&quot;parentId&quot;:&quot;714fa374-79c4-4e4a-822d-289a062bfd00&quot;,&quot;order&quot;:&quot;5&quot;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a0e9b3b7-1d7f-44b0-950d-256606063de6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a0e9b3b7-1d7f-44b0-950d-256606063de6&quot;:{&quot;type&quot;:&quot;FIGURE_OBJECT&quot;,&quot;id&quot;:&quot;a0e9b3b7-1d7f-44b0-950d-256606063de6&quot;,&quot;path&quot;:{&quot;type&quot;:&quot;RECT&quot;,&quot;size&quot;:{&quot;x&quot;:160.7490886341442,&quot;y&quot;:69.99985715236042},&quot;cornerRounding&quot;:{&quot;type&quot;:&quot;ARC_LENGTH&quot;,&quot;global&quot;:15.707963267948966}},&quot;pathStyles&quot;:[{&quot;type&quot;:&quot;FILL&quot;,&quot;fillStyle&quot;:&quot;rgb(224, 244, 218)&quot;},{&quot;type&quot;:&quot;STROKE&quot;,&quot;strokeStyle&quot;:&quot;rgb(53, 105, 32)&quot;,&quot;lineWidth&quot;:2,&quot;lineJoin&quot;:&quot;round&quot;}],&quot;parent&quot;:{&quot;type&quot;:&quot;CHILD&quot;,&quot;parentId&quot;:&quot;d8b6af00-a9ac-4faf-bc1f-d7d7462cc7d7&quot;,&quot;order&quot;:&quot;999999992&quot;},&quot;relativeTransform&quot;:{&quot;translate&quot;:{&quot;x&quot;:-121.15997068326229,&quot;y&quot;:-98.58920561487692},&quot;rotate&quot;:0,&quot;skewX&quot;:0,&quot;scale&quot;:{&quot;x&quot;:1,&quot;y&quot;:1}},&quot;layout&quot;:{&quot;sizeRatio&quot;:{&quot;x&quot;:0.88,&quot;y&quot;:0.88},&quot;keepAspectRatio&quot;:false}},&quot;05edfce4-cd9b-42a8-a46b-e3808a381e92&quot;:{&quot;id&quot;:&quot;05edfce4-cd9b-42a8-a46b-e3808a381e9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Source Code Pro&quot;,&quot;fontSize&quot;:17.333333333333332,&quot;color&quot;:&quot;black&quot;,&quot;fontWeight&quot;:&quot;bold&quot;,&quot;fontStyle&quot;:&quot;normal&quot;,&quot;decoration&quot;:&quot;none&quot;,&quot;script&quot;:&quot;none&quot;},&quot;range&quot;:[0,12]}],&quot;text&quot;:&quot;Triangulation&quot;},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17]}],&quot;text&quot;:&quot;faces and vertices&quot;}],&quot;_lastCaretLocation&quot;:{&quot;lineIndex&quot;:1,&quot;runIndex&quot;:0,&quot;charIndex&quot;:9}},&quot;format&quot;:&quot;BETTER_TEXT&quot;,&quot;size&quot;:{&quot;x&quot;:141.45919799804688,&quot;y&quot;:37},&quot;targetSize&quot;:{&quot;x&quot;:141.45919799804688,&quot;y&quot;:2}},&quot;parent&quot;:{&quot;type&quot;:&quot;CHILD&quot;,&quot;parentId&quot;:&quot;a0e9b3b7-1d7f-44b0-950d-256606063de6&quot;,&quot;order&quot;:&quot;5&quot;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3217575b-b10c-4dca-8d94-4efd5c3c3fbd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3217575b-b10c-4dca-8d94-4efd5c3c3fbd&quot;:{&quot;type&quot;:&quot;FIGURE_OBJECT&quot;,&quot;id&quot;:&quot;3217575b-b10c-4dca-8d94-4efd5c3c3fbd&quot;,&quot;path&quot;:{&quot;type&quot;:&quot;RECT&quot;,&quot;size&quot;:{&quot;x&quot;:359.0797409384767,&quot;y&quot;:84.61916925656885},&quot;cornerRounding&quot;:{&quot;type&quot;:&quot;ARC_LENGTH&quot;,&quot;global&quot;:7.2300775288297245}},&quot;pathStyles&quot;:[{&quot;type&quot;:&quot;FILL&quot;,&quot;fillStyle&quot;:&quot;rgb(224, 244, 218)&quot;},{&quot;type&quot;:&quot;STROKE&quot;,&quot;strokeStyle&quot;:&quot;rgb(53, 105, 32)&quot;,&quot;lineWidth&quot;:2,&quot;lineJoin&quot;:&quot;round&quot;}],&quot;parent&quot;:{&quot;type&quot;:&quot;CHILD&quot;,&quot;parentId&quot;:&quot;d8b6af00-a9ac-4faf-bc1f-d7d7462cc7d7&quot;,&quot;order&quot;:&quot;999999993&quot;},&quot;relativeTransform&quot;:{&quot;translate&quot;:{&quot;x&quot;:200.37106119378237,&quot;y&quot;:-100.69064487887655},&quot;rotate&quot;:0},&quot;layout&quot;:{&quot;sizeRatio&quot;:{&quot;x&quot;:0.88,&quot;y&quot;:0.88},&quot;keepAspectRatio&quot;:false}},&quot;f58b570c-8cbe-4321-8879-5cb01e8dcac1&quot;:{&quot;id&quot;:&quot;f58b570c-8cbe-4321-8879-5cb01e8dcac1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Source Code Pro&quot;,&quot;fontSize&quot;:8.59191257979328,&quot;color&quot;:&quot;black&quot;,&quot;fontWeight&quot;:&quot;bold&quot;,&quot;fontStyle&quot;:&quot;normal&quot;,&quot;decoration&quot;:&quot;none&quot;,&quot;script&quot;:&quot;none&quot;}}],&quot;_lastCaretLocation&quot;:{&quot;lineIndex&quot;:4,&quot;runIndex&quot;:-1,&quot;charIndex&quot;:-1,&quot;endOfLine&quot;:true}},&quot;format&quot;:&quot;BETTER_TEXT&quot;,&quot;size&quot;:{&quot;x&quot;:315.99017202585947,&quot;y&quot;:10},&quot;targetSize&quot;:{&quot;x&quot;:315.99017202585947,&quot;y&quot;:2}},&quot;parent&quot;:{&quot;type&quot;:&quot;CHILD&quot;,&quot;parentId&quot;:&quot;3217575b-b10c-4dca-8d94-4efd5c3c3fbd&quot;,&quot;order&quot;:&quot;5&quot;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6310ffcc-3215-4bc2-806e-2f7b8ec952b4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6310ffcc-3215-4bc2-806e-2f7b8ec952b4&quot;:{&quot;type&quot;:&quot;FIGURE_OBJECT&quot;,&quot;id&quot;:&quot;6310ffcc-3215-4bc2-806e-2f7b8ec952b4&quot;,&quot;path&quot;:{&quot;type&quot;:&quot;RECT&quot;,&quot;size&quot;:{&quot;x&quot;:332.5997688095574,&quot;y&quot;:46.58385720493491},&quot;cornerRounding&quot;:{&quot;type&quot;:&quot;ARC_LENGTH&quot;,&quot;global&quot;:11.121240103820988}},&quot;pathStyles&quot;:[{&quot;type&quot;:&quot;FILL&quot;,&quot;fillStyle&quot;:&quot;rgb(224, 244, 218)&quot;},{&quot;type&quot;:&quot;STROKE&quot;,&quot;strokeStyle&quot;:&quot;rgba(0,0,0,0)&quot;,&quot;lineWidth&quot;:1.416000268667947,&quot;lineJoin&quot;:&quot;round&quot;}],&quot;parent&quot;:{&quot;type&quot;:&quot;CHILD&quot;,&quot;parentId&quot;:&quot;d8b6af00-a9ac-4faf-bc1f-d7d7462cc7d7&quot;,&quot;order&quot;:&quot;999999995&quot;},&quot;relativeTransform&quot;:{&quot;translate&quot;:{&quot;x&quot;:203.00127607459777,&quot;y&quot;:-88.17851560275068},&quot;rotate&quot;:0,&quot;skewX&quot;:0,&quot;scale&quot;:{&quot;x&quot;:1,&quot;y&quot;:1}},&quot;layout&quot;:{&quot;sizeRatio&quot;:{&quot;x&quot;:0.88,&quot;y&quot;:0.88},&quot;keepAspectRatio&quot;:false}},&quot;323f4ece-6f4a-4670-ac45-75498a712232&quot;:{&quot;id&quot;:&quot;323f4ece-6f4a-4670-ac45-75498a71223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0,4]},{&quot;style&quot;:{&quot;fontFamily&quot;:&quot;Source Code Pro&quot;,&quot;fontSize&quot;:14.666666666666666,&quot;color&quot;:&quot;black&quot;,&quot;fontWeight&quot;:&quot;bold&quot;,&quot;fontStyle&quot;:&quot;normal&quot;,&quot;decoration&quot;:&quot;none&quot;,&quot;script&quot;:&quot;none&quot;},&quot;range&quot;:[5,12]},{&quot;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,&quot;range&quot;:[13,13]},{&quot;style&quot;:{&quot;fontFamily&quot;:&quot;Source Code Pro&quot;,&quot;fontSize&quot;:14.666666666666666,&quot;color&quot;:&quot;black&quot;,&quot;fontWeight&quot;:&quot;bold&quot;,&quot;fontStyle&quot;:&quot;normal&quot;,&quot;decoration&quot;:&quot;none&quot;,&quot;script&quot;:&quot;none&quot;},&quot;range&quot;:[13,28]},{&quot;style&quot;:{&quot;fontFamily&quot;:&quot;Arial&quot;,&quot;fontSize&quot;:14.666666666666666,&quot;color&quot;:&quot;black&quot;,&quot;fontWeight&quot;:&quot;bold&quot;,&quot;fontStyle&quot;:&quot;normal&quot;,&quot;decoration&quot;:&quot;none&quot;,&quot;script&quot;:&quot;none&quot;},&quot;range&quot;:[29,29]},{&quot;style&quot;:{&quot;fontFamily&quot;:&quot;Arial&quot;,&quot;fontSize&quot;:14.666666666666666,&quot;color&quot;:&quot;black&quot;,&quot;fontWeight&quot;:&quot;normal&quot;,&quot;fontStyle&quot;:&quot;normal&quot;,&quot;decoration&quot;:&quot;none&quot;,&quot;script&quot;:&quot;none&quot;},&quot;range&quot;:[30,75]}],&quot;text&quot;:&quot;uses skimage.marching_cubes() to create vertices and faces from binary mask &quot;}],&quot;_lastCaretLocation&quot;:{&quot;lineIndex&quot;:0,&quot;runIndex&quot;:1,&quot;charIndex&quot;:4}},&quot;format&quot;:&quot;BETTER_TEXT&quot;,&quot;size&quot;:{&quot;x&quot;:292.6877965524105,&quot;y&quot;:33},&quot;targetSize&quot;:{&quot;x&quot;:292.6877965524105,&quot;y&quot;:2}},&quot;parent&quot;:{&quot;type&quot;:&quot;CHILD&quot;,&quot;parentId&quot;:&quot;6310ffcc-3215-4bc2-806e-2f7b8ec952b4&quot;,&quot;order&quot;:&quot;5&quot;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4b70e62e-0ccf-4aaf-9305-9c84d79b4a1a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4b70e62e-0ccf-4aaf-9305-9c84d79b4a1a&quot;:{&quot;relativeTransform&quot;:{&quot;translate&quot;:{&quot;x&quot;:310.5577690387016,&quot;y&quot;:730.2890072227239},&quot;rotate&quot;:0.7805160532154644,&quot;skewX&quot;:0,&quot;scale&quot;:{&quot;x&quot;:1,&quot;y&quot;:1}},&quot;type&quot;:&quot;FIGURE_OBJECT&quot;,&quot;id&quot;:&quot;4b70e62e-0ccf-4aaf-9305-9c84d79b4a1a&quot;,&quot;opacity&quot;:0.9,&quot;path&quot;:{&quot;type&quot;:&quot;POLY_LINE&quot;,&quot;points&quot;:[{&quot;x&quot;:-334.4835337635081,&quot;y&quot;:39.77386261534536},{&quot;x&quot;:-335.13888595830167,&quot;y&quot;:15.110722191715274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d8b6af00-a9ac-4faf-bc1f-d7d7462cc7d7&quot;,&quot;order&quot;:&quot;9999999999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3b94467f-13c5-4a37-9ebf-921b789a8ee8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3b94467f-13c5-4a37-9ebf-921b789a8ee8&quot;:{&quot;type&quot;:&quot;FIGURE_OBJECT&quot;,&quot;id&quot;:&quot;3b94467f-13c5-4a37-9ebf-921b789a8ee8&quot;,&quot;parent&quot;:{&quot;type&quot;:&quot;CHILD&quot;,&quot;parentId&quot;:&quot;d8b6af00-a9ac-4faf-bc1f-d7d7462cc7d7&quot;,&quot;order&quot;:&quot;999999999995&quot;},&quot;relativeTransform&quot;:{&quot;translate&quot;:{&quot;x&quot;:3.3794143592714123,&quot;y&quot;:47.999628723202306},&quot;rotate&quot;:0,&quot;skewX&quot;:0,&quot;scale&quot;:{&quot;x&quot;:1,&quot;y&quot;:1}}},&quot;875c9c7b-873f-4ef8-afb2-fabe21c32339&quot;:{&quot;type&quot;:&quot;FIGURE_OBJECT&quot;,&quot;id&quot;:&quot;875c9c7b-873f-4ef8-afb2-fabe21c32339&quot;,&quot;parent&quot;:{&quot;type&quot;:&quot;CHILD&quot;,&quot;parentId&quot;:&quot;3b94467f-13c5-4a37-9ebf-921b789a8ee8&quot;,&quot;order&quot;:&quot;2&quot;},&quot;relativeTransform&quot;:{}},&quot;2e76fe4a-8378-447e-a40a-5e4730dfce2f&quot;:{&quot;type&quot;:&quot;FIGURE_OBJECT&quot;,&quot;id&quot;:&quot;2e76fe4a-8378-447e-a40a-5e4730dfce2f&quot;,&quot;relativeTransform&quot;:{&quot;translate&quot;:{&quot;x&quot;:-295.54854404371065,&quot;y&quot;:258.75927858250316},&quot;rotate&quot;:0},&quot;layout&quot;:{&quot;sizeRatio&quot;:{&quot;x&quot;:0.99328165374677,&quot;y&quot;:0.95},&quot;keepAspectRatio&quot;:false},&quot;opacity&quot;:1,&quot;path&quot;:{&quot;type&quot;:&quot;RECT&quot;,&quot;size&quot;:{&quot;x&quot;:287.00054538194775,&quot;y&quot;:36.51792588761307},&quot;cornerRounding&quot;:{&quot;type&quot;:&quot;ARC_LENGTH&quot;,&quot;global&quot;:6.000216840215091}},&quot;pathStyles&quot;:[{&quot;type&quot;:&quot;FILL&quot;,&quot;fillStyle&quot;:&quot;rgb(149, 122, 42)&quot;},{&quot;type&quot;:&quot;STROKE&quot;,&quot;strokeStyle&quot;:&quot;rgb(149, 122, 42)&quot;,&quot;lineWidth&quot;:1,&quot;lineJoin&quot;:&quot;round&quot;}],&quot;isLocked&quot;:false,&quot;parent&quot;:{&quot;type&quot;:&quot;CHILD&quot;,&quot;parentId&quot;:&quot;875c9c7b-873f-4ef8-afb2-fabe21c32339&quot;,&quot;order&quot;:&quot;2&quot;}},&quot;63249e6a-a951-43ab-835a-54d616e235e1&quot;:{&quot;type&quot;:&quot;FIGURE_OBJECT&quot;,&quot;id&quot;:&quot;63249e6a-a951-43ab-835a-54d616e235e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1.333333333333332,&quot;color&quot;:&quot;#FFFFFF&quot;,&quot;fontWeight&quot;:&quot;bold&quot;,&quot;fontStyle&quot;:&quot;normal&quot;,&quot;decoration&quot;:&quot;none&quot;,&quot;script&quot;:&quot;none&quot;},&quot;range&quot;:[0,15]}],&quot;text&quot;:&quot;Scalars (Rank 0)&quot;,&quot;baseStyle&quot;:{&quot;fontFamily&quot;:&quot;Roboto&quot;,&quot;fontSize&quot;:21.333333333333332,&quot;color&quot;:&quot;#FFFFFF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285.072376343206,&quot;y&quot;:21},&quot;targetSize&quot;:{&quot;x&quot;:285.072376343206,&quot;y&quot;:2},&quot;format&quot;:&quot;BETTER_TEXT&quot;,&quot;verticalAlign&quot;:&quot;TOP&quot;},&quot;parent&quot;:{&quot;type&quot;:&quot;CHILD&quot;,&quot;parentId&quot;:&quot;2e76fe4a-8378-447e-a40a-5e4730dfce2f&quot;,&quot;order&quot;:&quot;5&quot;}},&quot;e77a6db6-4a18-49d8-85d1-681479508725&quot;:{&quot;type&quot;:&quot;FIGURE_OBJECT&quot;,&quot;id&quot;:&quot;e77a6db6-4a18-49d8-85d1-681479508725&quot;,&quot;parent&quot;:{&quot;type&quot;:&quot;CHILD&quot;,&quot;parentId&quot;:&quot;875c9c7b-873f-4ef8-afb2-fabe21c32339&quot;,&quot;order&quot;:&quot;5&quot;},&quot;relativeTransform&quot;:{}},&quot;c1d5a338-67cb-4404-a155-658ce46f8b25&quot;:{&quot;type&quot;:&quot;FIGURE_OBJECT&quot;,&quot;id&quot;:&quot;c1d5a338-67cb-4404-a155-658ce46f8b25&quot;,&quot;relativeTransform&quot;:{&quot;translate&quot;:{&quot;x&quot;:-295.5481447438956,&quot;y&quot;:563.9999524343077},&quot;rotate&quot;:0},&quot;opacity&quot;:1,&quot;path&quot;:{&quot;type&quot;:&quot;RECT&quot;,&quot;size&quot;:{&quot;x&quot;:286.9597469893859,&quot;y&quot;:550.9602121680435},&quot;cornerRounding&quot;:{&quot;type&quot;:&quot;ARC_LENGTH&quot;,&quot;global&quot;:5.9647874228156645}},&quot;pathStyles&quot;:[{&quot;type&quot;:&quot;FILL&quot;,&quot;fillStyle&quot;:&quot;rgba(246, 244, 214, 1)&quot;},{&quot;type&quot;:&quot;STROKE&quot;,&quot;strokeStyle&quot;:&quot;rgba(149, 122, 42, 1)&quot;,&quot;lineWidth&quot;:1.0398459165015093,&quot;lineJoin&quot;:&quot;round&quot;}],&quot;isLocked&quot;:false,&quot;parent&quot;:{&quot;type&quot;:&quot;CHILD&quot;,&quot;parentId&quot;:&quot;e77a6db6-4a18-49d8-85d1-681479508725&quot;,&quot;order&quot;:&quot;1&quot;},&quot;layout&quot;:{&quot;sizeRatio&quot;:{&quot;x&quot;:0.88,&quot;y&quot;:0.88},&quot;keepAspectRatio&quot;:false}},&quot;6466ca22-78aa-4fc2-8686-68e80c02cb3f&quot;:{&quot;id&quot;:&quot;6466ca22-78aa-4fc2-8686-68e80c02cb3f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9.41045710802817,&quot;color&quot;:&quot;black&quot;,&quot;fontWeight&quot;:&quot;normal&quot;,&quot;fontStyle&quot;:&quot;normal&quot;,&quot;decoration&quot;:&quot;none&quot;}}]},&quot;format&quot;:&quot;BETTER_TEXT&quot;,&quot;size&quot;:{&quot;x&quot;:252.5245773506596,&quot;y&quot;:23},&quot;targetSize&quot;:{&quot;x&quot;:252.5245773506596,&quot;y&quot;:2}},&quot;parent&quot;:{&quot;type&quot;:&quot;CHILD&quot;,&quot;parentId&quot;:&quot;c1d5a338-67cb-4404-a155-658ce46f8b25&quot;,&quot;order&quot;:&quot;5&quot;}},&quot;0ee9cd9b-96cb-4fb4-b581-7a688ffd7728&quot;:{&quot;type&quot;:&quot;FIGURE_OBJECT&quot;,&quot;id&quot;:&quot;0ee9cd9b-96cb-4fb4-b581-7a688ffd7728&quot;,&quot;parent&quot;:{&quot;type&quot;:&quot;CHILD&quot;,&quot;parentId&quot;:&quot;e77a6db6-4a18-49d8-85d1-681479508725&quot;,&quot;order&quot;:&quot;6&quot;},&quot;relativeTransform&quot;:{&quot;translate&quot;:{&quot;x&quot;:12.375496810583627,&quot;y&quot;:516.8859354873523},&quot;rotate&quot;:0,&quot;skewX&quot;:0,&quot;scale&quot;:{&quot;x&quot;:1,&quot;y&quot;:1}}},&quot;0365d73c-9f4d-42c2-9722-8370f08976e6&quot;:{&quot;id&quot;:&quot;0365d73c-9f4d-42c2-9722-8370f08976e6&quot;,&quot;type&quot;:&quot;FIGURE_OBJECT&quot;,&quot;relativeTransform&quot;:{&quot;translate&quot;:{&quot;x&quot;:-354.2231989886888,&quot;y&quot;:-135.1896372192330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5]}],&quot;text&quot;:&quot;Volume&quot;}],&quot;_lastCaretLocation&quot;:{&quot;lineIndex&quot;:0,&quot;runIndex&quot;:-1,&quot;charIndex&quot;:-1,&quot;endOfLine&quot;:true}},&quot;format&quot;:&quot;BETTER_TEXT&quot;,&quot;size&quot;:{&quot;x&quot;:66.26000213623047,&quot;y&quot;:32.86759783964817},&quot;targetSize&quot;:{&quot;x&quot;:50.253993884601854,&quot;y&quot;:32.86759783964817}},&quot;parent&quot;:{&quot;type&quot;:&quot;CHILD&quot;,&quot;parentId&quot;:&quot;0ee9cd9b-96cb-4fb4-b581-7a688ffd7728&quot;,&quot;order&quot;:&quot;2&quot;}},&quot;d4c631b7-36bc-4759-9f90-daf0bfbe8d27&quot;:{&quot;id&quot;:&quot;d4c631b7-36bc-4759-9f90-daf0bfbe8d27&quot;,&quot;type&quot;:&quot;FIGURE_OBJECT&quot;,&quot;relativeTransform&quot;:{&quot;translate&quot;:{&quot;x&quot;:-352.84395033776696,&quot;y&quot;:-36.96153130545449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11]}],&quot;text&quot;:&quot;Surface Area&quot;}],&quot;_lastCaretLocation&quot;:{&quot;lineIndex&quot;:0,&quot;runIndex&quot;:-1,&quot;charIndex&quot;:-1,&quot;endOfLine&quot;:true}},&quot;format&quot;:&quot;BETTER_TEXT&quot;,&quot;size&quot;:{&quot;x&quot;:68.91999578475952,&quot;y&quot;:40},&quot;targetSize&quot;:{&quot;x&quot;:60.804798796152674,&quot;y&quot;:32.86759783964817}},&quot;parent&quot;:{&quot;type&quot;:&quot;CHILD&quot;,&quot;parentId&quot;:&quot;0ee9cd9b-96cb-4fb4-b581-7a688ffd7728&quot;,&quot;order&quot;:&quot;5&quot;}},&quot;82ece910-95ff-4c4e-9c72-37e175e4128e&quot;:{&quot;id&quot;:&quot;82ece910-95ff-4c4e-9c72-37e175e4128e&quot;,&quot;type&quot;:&quot;FIGURE_OBJECT&quot;,&quot;relativeTransform&quot;:{&quot;translate&quot;:{&quot;x&quot;:-342.41701039699416,&quot;y&quot;:104.2431574531035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22]}],&quot;text&quot;:&quot;Integral Mean Curvature&quot;}],&quot;_lastCaretLocation&quot;:{&quot;lineIndex&quot;:0,&quot;runIndex&quot;:-1,&quot;charIndex&quot;:-1,&quot;endOfLine&quot;:true}},&quot;format&quot;:&quot;BETTER_TEXT&quot;,&quot;size&quot;:{&quot;x&quot;:88.95999908447266,&quot;y&quot;:60},&quot;targetSize&quot;:{&quot;x&quot;:63.94974763561228,&quot;y&quot;:46.67902175594094}},&quot;parent&quot;:{&quot;type&quot;:&quot;CHILD&quot;,&quot;parentId&quot;:&quot;0ee9cd9b-96cb-4fb4-b581-7a688ffd7728&quot;,&quot;order&quot;:&quot;6&quot;}},&quot;8d361cd8-026b-412d-a68c-6191e6d83afe&quot;:{&quot;id&quot;:&quot;8d361cd8-026b-412d-a68c-6191e6d83afe&quot;,&quot;type&quot;:&quot;FIGURE_OBJECT&quot;,&quot;relativeTransform&quot;:{&quot;translate&quot;:{&quot;x&quot;:-340.9087249616513,&quot;y&quot;:248.1340426697152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15]}],&quot;text&quot;:&quot;Euler Character-&quot;},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4]}],&quot;text&quot;:&quot;istic&quot;,&quot;baseStyle&quot;:{&quot;fontFamily&quot;:&quot;Roboto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93.89999389648438,&quot;y&quot;:60},&quot;targetSize&quot;:{&quot;x&quot;:86.8518703570466,&quot;y&quot;:37.34321740475275}},&quot;parent&quot;:{&quot;type&quot;:&quot;CHILD&quot;,&quot;parentId&quot;:&quot;0ee9cd9b-96cb-4fb4-b581-7a688ffd7728&quot;,&quot;order&quot;:&quot;7&quot;}},&quot;a5c03bc7-a457-4b9a-a1eb-a58765e885a8&quot;:{&quot;type&quot;:&quot;FIGURE_OBJECT&quot;,&quot;id&quot;:&quot;a5c03bc7-a457-4b9a-a1eb-a58765e885a8&quot;,&quot;relativeTransform&quot;:{&quot;translate&quot;:{&quot;x&quot;:-232.65087465570537,&quot;y&quot;:311.9509502836628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46.3431847976224,&quot;y&quot;:42.10526315789474},&quot;cornerRounding&quot;:{&quot;type&quot;:&quot;ARC_LENGTH&quot;,&quot;global&quot;:6.324552885632121}},&quot;pathStyles&quot;:[{&quot;type&quot;:&quot;FILL&quot;,&quot;fillStyle&quot;:&quot;rgba(246, 244, 214, 1)&quot;},{&quot;type&quot;:&quot;STROKE&quot;,&quot;strokeStyle&quot;:&quot;rgba(0,0,0,0)&quot;,&quot;lineWidth&quot;:1,&quot;lineJoin&quot;:&quot;round&quot;}],&quot;isLocked&quot;:false,&quot;parent&quot;:{&quot;type&quot;:&quot;CHILD&quot;,&quot;parentId&quot;:&quot;e77a6db6-4a18-49d8-85d1-681479508725&quot;,&quot;order&quot;:&quot;3&quot;}},&quot;c00e0791-c256-4985-8cf5-66e1f412abf4&quot;:{&quot;type&quot;:&quot;FIGURE_OBJECT&quot;,&quot;id&quot;:&quot;c00e0791-c256-4985-8cf5-66e1f412abf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rgb(0,0,0)&quot;,&quot;fontWeight&quot;:&quot;bold&quot;,&quot;fontStyle&quot;:&quot;normal&quot;,&quot;decoration&quot;:&quot;none&quot;,&quot;script&quot;:&quot;none&quot;},&quot;range&quot;:[0,20]}],&quot;text&quot;:&quot;Visual Representation&quot;}],&quot;verticalAlign&quot;:&quot;TOP&quot;,&quot;_lastCaretLocation&quot;:{&quot;lineIndex&quot;:0,&quot;runIndex&quot;:0,&quot;charIndex&quot;:7}},&quot;size&quot;:{&quot;x&quot;:145.36000061035156,&quot;y&quot;:40},&quot;targetSize&quot;:{&quot;x&quot;:131.7733115604511,&quot;y&quot;:2},&quot;format&quot;:&quot;BETTER_TEXT&quot;,&quot;verticalAlign&quot;:&quot;TOP&quot;},&quot;parent&quot;:{&quot;type&quot;:&quot;CHILD&quot;,&quot;parentId&quot;:&quot;a5c03bc7-a457-4b9a-a1eb-a58765e885a8&quot;,&quot;order&quot;:&quot;5&quot;}},&quot;0a4f4cac-c4ac-472c-9f72-91099bc8cf46&quot;:{&quot;type&quot;:&quot;FIGURE_OBJECT&quot;,&quot;id&quot;:&quot;0a4f4cac-c4ac-472c-9f72-91099bc8cf46&quot;,&quot;relativeTransform&quot;:{&quot;translate&quot;:{&quot;x&quot;:-368.175153883827,&quot;y&quot;:310.98504775686786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11.69038474869902,&quot;y&quot;:30.931556786411463},&quot;cornerRounding&quot;:{&quot;type&quot;:&quot;ARC_LENGTH&quot;,&quot;global&quot;:6.324552885632121}},&quot;pathStyles&quot;:[{&quot;type&quot;:&quot;FILL&quot;,&quot;fillStyle&quot;:&quot;rgba(246, 244, 214, 1)&quot;},{&quot;type&quot;:&quot;STROKE&quot;,&quot;strokeStyle&quot;:&quot;rgba(0,0,0,0)&quot;,&quot;lineWidth&quot;:1,&quot;lineJoin&quot;:&quot;round&quot;}],&quot;isLocked&quot;:false,&quot;parent&quot;:{&quot;type&quot;:&quot;CHILD&quot;,&quot;parentId&quot;:&quot;e77a6db6-4a18-49d8-85d1-681479508725&quot;,&quot;order&quot;:&quot;5&quot;}},&quot;2656c2ba-daf1-441a-bd5a-7b4925775463&quot;:{&quot;type&quot;:&quot;FIGURE_OBJECT&quot;,&quot;id&quot;:&quot;2656c2ba-daf1-441a-bd5a-7b4925775463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rgb(0,0,0)&quot;,&quot;fontWeight&quot;:&quot;bold&quot;,&quot;fontStyle&quot;:&quot;normal&quot;,&quot;decoration&quot;:&quot;none&quot;,&quot;script&quot;:&quot;none&quot;},&quot;range&quot;:[0,10]}],&quot;text&quot;:&quot;Descriptors&quot;}],&quot;verticalAlign&quot;:&quot;TOP&quot;,&quot;_lastCaretLocation&quot;:{&quot;lineIndex&quot;:0,&quot;runIndex&quot;:-1,&quot;charIndex&quot;:-1,&quot;endOfLine&quot;:true}},&quot;size&quot;:{&quot;x&quot;:110.94001007080078,&quot;y&quot;:20},&quot;targetSize&quot;:{&quot;x&quot;:109.2138689960258,&quot;y&quot;:2},&quot;format&quot;:&quot;BETTER_TEXT&quot;,&quot;verticalAlign&quot;:&quot;TOP&quot;},&quot;parent&quot;:{&quot;type&quot;:&quot;CHILD&quot;,&quot;parentId&quot;:&quot;0a4f4cac-c4ac-472c-9f72-91099bc8cf46&quot;,&quot;order&quot;:&quot;5&quot;}},&quot;0f9dc9c2-834d-42c8-a198-c5ceaecc3d18&quot;:{&quot;type&quot;:&quot;FIGURE_OBJECT&quot;,&quot;id&quot;:&quot;0f9dc9c2-834d-42c8-a198-c5ceaecc3d18&quot;,&quot;parent&quot;:{&quot;type&quot;:&quot;CHILD&quot;,&quot;parentId&quot;:&quot;e77a6db6-4a18-49d8-85d1-681479508725&quot;,&quot;order&quot;:&quot;2&quot;},&quot;relativeTransform&quot;:{}},&quot;17d2b4c4-59ba-4a02-8fff-94cb5654926b&quot;:{&quot;id&quot;:&quot;17d2b4c4-59ba-4a02-8fff-94cb5654926b&quot;,&quot;type&quot;:&quot;FIGURE_OBJECT&quot;,&quot;relativeTransform&quot;:{&quot;translate&quot;:{&quot;x&quot;:-404.1430004707676,&quot;y&quot;:380.6330079585423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00,0&quot;,&quot;baseStyle&quot;:{&quot;fontFamily&quot;:&quot;Arial&quot;,&quot;fontSize&quot;:20,&quot;color&quot;:&quot;black&quot;,&quot;fontWeight&quot;:&quot;normal&quot;,&quot;fontStyle&quot;:&quot;normal&quot;,&quot;decoration&quot;:&quot;none&quot;,&quot;script&quot;:&quot;super&quot;}}]},&quot;format&quot;:&quot;BETTER_TEXT&quot;,&quot;size&quot;:{&quot;x&quot;:44.45599842071533,&quot;y&quot;:32.73291386801292},&quot;targetSize&quot;:{&quot;x&quot;:35.444791316986084,&quot;y&quot;:32.73291386801292}},&quot;parent&quot;:{&quot;type&quot;:&quot;CHILD&quot;,&quot;parentId&quot;:&quot;0f9dc9c2-834d-42c8-a198-c5ceaecc3d18&quot;,&quot;order&quot;:&quot;1&quot;}},&quot;05fe4aff-35d0-48c0-bcba-0fb9eadf9888&quot;:{&quot;id&quot;:&quot;05fe4aff-35d0-48c0-bcba-0fb9eadf9888&quot;,&quot;type&quot;:&quot;FIGURE_OBJECT&quot;,&quot;relativeTransform&quot;:{&quot;translate&quot;:{&quot;x&quot;:-405.2545483333258,&quot;y&quot;:476.701876218337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10,0&quot;}],&quot;_lastCaretLocation&quot;:{&quot;lineIndex&quot;:0,&quot;runIndex&quot;:2,&quot;charIndex&quot;:4}},&quot;format&quot;:&quot;BETTER_TEXT&quot;,&quot;size&quot;:{&quot;x&quot;:42.23199939727783,&quot;y&quot;:32.73291386801292},&quot;targetSize&quot;:{&quot;x&quot;:39.64114475250244,&quot;y&quot;:32.73291386801292}},&quot;parent&quot;:{&quot;type&quot;:&quot;CHILD&quot;,&quot;parentId&quot;:&quot;0f9dc9c2-834d-42c8-a198-c5ceaecc3d18&quot;,&quot;order&quot;:&quot;2&quot;}},&quot;010549c2-408f-4ff0-83fd-84db86e2d891&quot;:{&quot;id&quot;:&quot;010549c2-408f-4ff0-83fd-84db86e2d891&quot;,&quot;type&quot;:&quot;FIGURE_OBJECT&quot;,&quot;relativeTransform&quot;:{&quot;translate&quot;:{&quot;x&quot;:-405.254891467429,&quot;y&quot;:619.985897507131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20,0&quot;}],&quot;_lastCaretLocation&quot;:{&quot;lineIndex&quot;:0,&quot;runIndex&quot;:2,&quot;charIndex&quot;:4}},&quot;format&quot;:&quot;BETTER_TEXT&quot;,&quot;size&quot;:{&quot;x&quot;:42.23199939727783,&quot;y&quot;:32.73291386801292},&quot;targetSize&quot;:{&quot;x&quot;:39.64114475250244,&quot;y&quot;:32.73291386801292}},&quot;parent&quot;:{&quot;type&quot;:&quot;CHILD&quot;,&quot;parentId&quot;:&quot;0f9dc9c2-834d-42c8-a198-c5ceaecc3d18&quot;,&quot;order&quot;:&quot;5&quot;}},&quot;87649038-58a2-47ce-826c-a1c85cd05dce&quot;:{&quot;id&quot;:&quot;87649038-58a2-47ce-826c-a1c85cd05dce&quot;,&quot;type&quot;:&quot;FIGURE_OBJECT&quot;,&quot;relativeTransform&quot;:{&quot;translate&quot;:{&quot;x&quot;:-405.2552769414289,&quot;y&quot;:763.424650530594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30,0&quot;}],&quot;_lastCaretLocation&quot;:{&quot;lineIndex&quot;:0,&quot;runIndex&quot;:2,&quot;charIndex&quot;:4}},&quot;format&quot;:&quot;BETTER_TEXT&quot;,&quot;size&quot;:{&quot;x&quot;:42.23199939727783,&quot;y&quot;:32.73291386801292},&quot;targetSize&quot;:{&quot;x&quot;:41.739322662353516,&quot;y&quot;:32.73291386801292}},&quot;parent&quot;:{&quot;type&quot;:&quot;CHILD&quot;,&quot;parentId&quot;:&quot;0f9dc9c2-834d-42c8-a198-c5ceaecc3d18&quot;,&quot;order&quot;:&quot;7&quot;}},&quot;440615ec-50bb-4f99-959f-789c5c907dcf&quot;:{&quot;type&quot;:&quot;FIGURE_OBJECT&quot;,&quot;id&quot;:&quot;440615ec-50bb-4f99-959f-789c5c907dcf&quot;,&quot;parent&quot;:{&quot;type&quot;:&quot;CHILD&quot;,&quot;parentId&quot;:&quot;e77a6db6-4a18-49d8-85d1-681479508725&quot;,&quot;order&quot;:&quot;7&quot;},&quot;relativeTransform&quot;:{}},&quot;d16a49a1-ff9d-49e3-9099-cefa1af3acb7&quot;:{&quot;relativeTransform&quot;:{&quot;translate&quot;:{&quot;x&quot;:-248.48103304547803,&quot;y&quot;:484.89014509677673},&quot;rotate&quot;:0,&quot;skewX&quot;:0,&quot;scale&quot;:{&quot;x&quot;:1,&quot;y&quot;:1}},&quot;type&quot;:&quot;FIGURE_OBJECT&quot;,&quot;id&quot;:&quot;d16a49a1-ff9d-49e3-9099-cefa1af3acb7&quot;,&quot;opacity&quot;:1,&quot;path&quot;:{&quot;type&quot;:&quot;RECT&quot;,&quot;size&quot;:{&quot;x&quot;:77.44618498409001,&quot;y&quot;:34.33908816149734},&quot;cornerRounding&quot;:{&quot;type&quot;:&quot;ARC_LENGTH&quot;,&quot;global&quot;:0},&quot;selectedObjectIds&quot;:[&quot;4ed980aa-ade2-452c-bde8-da7f4a4824fe&quot;]},&quot;pathStyles&quot;:[{&quot;type&quot;:&quot;FILL&quot;,&quot;fillStyle&quot;:&quot;rgb(187, 187, 188)&quot;},{&quot;type&quot;:&quot;STROKE&quot;,&quot;strokeStyle&quot;:&quot;rgb(112, 112, 113)&quot;,&quot;lineWidth&quot;:2.1324810237496896,&quot;lineJoin&quot;:&quot;round&quot;}],&quot;isLocked&quot;:false,&quot;parent&quot;:{&quot;type&quot;:&quot;CHILD&quot;,&quot;parentId&quot;:&quot;440615ec-50bb-4f99-959f-789c5c907dcf&quot;,&quot;order&quot;:&quot;2&quot;},&quot;name&quot;:&quot;Shape (rectangle, editable)&quot;,&quot;displayName&quot;:&quot;Shape (rectangle, editable)&quot;,&quot;source&quot;:{&quot;id&quot;:&quot;625847ac0dd7ad237f037144&quot;,&quot;type&quot;:&quot;ASSETS&quot;},&quot;isPremium&quot;:false,&quot;layout&quot;:{&quot;sizeRatio&quot;:{&quot;x&quot;:0.88,&quot;y&quot;:0.88},&quot;keepAspectRatio&quot;:false}},&quot;4ea6f99c-376a-40e7-ba53-e0405b0ed192&quot;:{&quot;id&quot;:&quot;4ea6f99c-376a-40e7-ba53-e0405b0ed192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9.502460231747104,&quot;color&quot;:&quot;black&quot;,&quot;fontWeight&quot;:&quot;normal&quot;,&quot;fontStyle&quot;:&quot;normal&quot;,&quot;decoration&quot;:&quot;none&quot;}}]},&quot;format&quot;:&quot;BETTER_TEXT&quot;,&quot;size&quot;:{&quot;x&quot;:68.1526427859992,&quot;y&quot;:22.985042415987657},&quot;targetSize&quot;:{&quot;x&quot;:68.1526427859992,&quot;y&quot;:2}},&quot;parent&quot;:{&quot;type&quot;:&quot;CHILD&quot;,&quot;parentId&quot;:&quot;d16a49a1-ff9d-49e3-9099-cefa1af3acb7&quot;,&quot;order&quot;:&quot;5&quot;}},&quot;03b171aa-d786-4615-9958-8a1bb83bed49&quot;:{&quot;relativeTransform&quot;:{&quot;translate&quot;:{&quot;x&quot;:-248.48103754634863,&quot;y&quot;:525.6007059825597},&quot;rotate&quot;:0,&quot;skewX&quot;:0,&quot;scale&quot;:{&quot;x&quot;:1,&quot;y&quot;:1}},&quot;type&quot;:&quot;FIGURE_OBJECT&quot;,&quot;id&quot;:&quot;03b171aa-d786-4615-9958-8a1bb83bed49&quot;,&quot;opacity&quot;:1,&quot;path&quot;:{&quot;type&quot;:&quot;RECT&quot;,&quot;size&quot;:{&quot;x&quot;:77.44618498409001,&quot;y&quot;:18.33579927137071},&quot;cornerRounding&quot;:{&quot;type&quot;:&quot;ARC_LENGTH&quot;,&quot;global&quot;:0},&quot;selectedObjectIds&quot;:[&quot;4ed980aa-ade2-452c-bde8-da7f4a4824fe&quot;]},&quot;pathStyles&quot;:[{&quot;type&quot;:&quot;FILL&quot;,&quot;fillStyle&quot;:&quot;rgb(187, 187, 188)&quot;},{&quot;type&quot;:&quot;STROKE&quot;,&quot;strokeStyle&quot;:&quot;rgba(112,112,113,1)&quot;,&quot;lineWidth&quot;:2.1324810237496896,&quot;lineJoin&quot;:&quot;round&quot;}],&quot;isLocked&quot;:false,&quot;parent&quot;:{&quot;type&quot;:&quot;CHILD&quot;,&quot;parentId&quot;:&quot;440615ec-50bb-4f99-959f-789c5c907dcf&quot;,&quot;order&quot;:&quot;3&quot;},&quot;name&quot;:&quot;Shape (rectangle, editable)&quot;,&quot;displayName&quot;:&quot;Shape (rectangle, editable)&quot;,&quot;source&quot;:{&quot;id&quot;:&quot;625847ac0dd7ad237f037144&quot;,&quot;type&quot;:&quot;ASSETS&quot;},&quot;isPremium&quot;:false},&quot;292d7755-aa4b-48a2-b3d0-168f554fcf15&quot;:{&quot;type&quot;:&quot;FIGURE_OBJECT&quot;,&quot;id&quot;:&quot;292d7755-aa4b-48a2-b3d0-168f554fcf15&quot;,&quot;parent&quot;:{&quot;type&quot;:&quot;CHILD&quot;,&quot;parentId&quot;:&quot;440615ec-50bb-4f99-959f-789c5c907dcf&quot;,&quot;order&quot;:&quot;1&quot;},&quot;relativeTransform&quot;:{&quot;translate&quot;:{&quot;x&quot;:60.70890567333234,&quot;y&quot;:509.7865264814407},&quot;rotate&quot;:0,&quot;skewX&quot;:0,&quot;scale&quot;:{&quot;x&quot;:1,&quot;y&quot;:1}}},&quot;2424d3e5-f022-4bc8-bcec-aca5c4b19f06&quot;:{&quot;id&quot;:&quot;2424d3e5-f022-4bc8-bcec-aca5c4b19f06&quot;,&quot;name&quot;:&quot;image.png&quot;,&quot;type&quot;:&quot;FIGURE_OBJECT&quot;,&quot;relativeTransform&quot;:{&quot;translate&quot;:{&quot;x&quot;:-291.1711054283376,&quot;y&quot;:-103.45409084060059},&quot;rotate&quot;:0,&quot;skewX&quot;:0,&quot;scale&quot;:{&quot;x&quot;:0.45572445370433307,&quot;y&quot;:0.4557244537043330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292d7755-aa4b-48a2-b3d0-168f554fcf15&quot;,&quot;order&quot;:&quot;5&quot;},&quot;styles&quot;:{&quot;editable&quot;:[{&quot;styleName&quot;:&quot;MONOCHROME_COLOR&quot;,&quot;index&quot;:0,&quot;color&quot;:&quot;#BBBBBC&quot;}]}},&quot;7dee4fc7-a003-4c18-a11c-cea0d668995a&quot;:{&quot;type&quot;:&quot;FIGURE_OBJECT&quot;,&quot;id&quot;:&quot;7dee4fc7-a003-4c18-a11c-cea0d668995a&quot;,&quot;parent&quot;:{&quot;type&quot;:&quot;CROP&quot;,&quot;parentId&quot;:&quot;292d7755-aa4b-48a2-b3d0-168f554fcf15&quot;,&quot;order&quot;:&quot;5&quot;},&quot;relativeTransform&quot;:{&quot;translate&quot;:{&quot;x&quot;:-291.1711054283376,&quot;y&quot;:-103.45409084060059},&quot;rotate&quot;:0,&quot;skewX&quot;:0,&quot;scale&quot;:{&quot;x&quot;:60.91366460404451,&quot;y&quot;:60.9136646040445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b51471c5-7a8f-4b50-878b-d4dc3aca9565&quot;:{&quot;type&quot;:&quot;FIGURE_OBJECT&quot;,&quot;id&quot;:&quot;b51471c5-7a8f-4b50-878b-d4dc3aca9565&quot;,&quot;parent&quot;:{&quot;type&quot;:&quot;CHILD&quot;,&quot;parentId&quot;:&quot;440615ec-50bb-4f99-959f-789c5c907dcf&quot;,&quot;order&quot;:&quot;7&quot;},&quot;relativeTransform&quot;:{&quot;translate&quot;:{&quot;x&quot;:72.92118704735158,&quot;y&quot;:529.7974950478133},&quot;rotate&quot;:0,&quot;skewX&quot;:0,&quot;scale&quot;:{&quot;x&quot;:1,&quot;y&quot;:1}}},&quot;104243e7-3b21-4524-af9b-6c3f606d1100&quot;:{&quot;type&quot;:&quot;FIGURE_OBJECT&quot;,&quot;id&quot;:&quot;104243e7-3b21-4524-af9b-6c3f606d1100&quot;,&quot;parent&quot;:{&quot;type&quot;:&quot;CHILD&quot;,&quot;parentId&quot;:&quot;b51471c5-7a8f-4b50-878b-d4dc3aca9565&quot;,&quot;order&quot;:&quot;2&quot;},&quot;relativeTransform&quot;:{&quot;translate&quot;:{&quot;x&quot;:-8.119209976777968,&quot;y&quot;:310.5934351487625},&quot;rotate&quot;:0}},&quot;c8ff1655-b0c5-4671-abfc-a05d7685bbc6&quot;:{&quot;id&quot;:&quot;c8ff1655-b0c5-4671-abfc-a05d7685bbc6&quot;,&quot;name&quot;:&quot;image.png&quot;,&quot;type&quot;:&quot;FIGURE_OBJECT&quot;,&quot;relativeTransform&quot;:{&quot;translate&quot;:{&quot;x&quot;:-291.1711054283376,&quot;y&quot;:-103.45409084060059},&quot;rotate&quot;:0,&quot;skewX&quot;:0,&quot;scale&quot;:{&quot;x&quot;:0.45572445370433307,&quot;y&quot;:0.4557244537043330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104243e7-3b21-4524-af9b-6c3f606d1100&quot;,&quot;order&quot;:&quot;5&quot;},&quot;styles&quot;:{&quot;editable&quot;:[{&quot;styleName&quot;:&quot;MONOCHROME_COLOR&quot;,&quot;index&quot;:0,&quot;color&quot;:&quot;#BBBBBC&quot;}]}},&quot;9d608524-aca9-4e4e-ab64-3636bbdbbe2f&quot;:{&quot;type&quot;:&quot;FIGURE_OBJECT&quot;,&quot;id&quot;:&quot;9d608524-aca9-4e4e-ab64-3636bbdbbe2f&quot;,&quot;parent&quot;:{&quot;type&quot;:&quot;CROP&quot;,&quot;parentId&quot;:&quot;104243e7-3b21-4524-af9b-6c3f606d1100&quot;,&quot;order&quot;:&quot;5&quot;},&quot;relativeTransform&quot;:{&quot;translate&quot;:{&quot;x&quot;:-291.1711054283376,&quot;y&quot;:-103.45409084060059},&quot;rotate&quot;:0,&quot;skewX&quot;:0,&quot;scale&quot;:{&quot;x&quot;:60.91366460404451,&quot;y&quot;:60.9136646040445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15d37d07-a296-4b26-9f62-c6af04e0014a&quot;:{&quot;type&quot;:&quot;FIGURE_OBJECT&quot;,&quot;id&quot;:&quot;15d37d07-a296-4b26-9f62-c6af04e0014a&quot;,&quot;relativeTransform&quot;:{&quot;translate&quot;:{&quot;x&quot;:-339.2418183098562,&quot;y&quot;:195.20951208652627},&quot;rotate&quot;:0.3045789997672675,&quot;skewX&quot;:1.8792828481021793e-16},&quot;opacity&quot;:1,&quot;path&quot;:{&quot;type&quot;:&quot;ELLIPSE&quot;,&quot;size&quot;:{&quot;x&quot;:20.31479652112062,&quot;y&quot;:34.330487046288894}},&quot;isLocked&quot;:false,&quot;pathStyles&quot;:[{&quot;type&quot;:&quot;FILL&quot;,&quot;fillStyle&quot;:&quot;rgba(246, 244, 214, 1)&quot;},{&quot;type&quot;:&quot;STROKE&quot;,&quot;strokeStyle&quot;:&quot;rgba(129,134,137,1)&quot;,&quot;lineWidth&quot;:1.8827153569340218,&quot;lineJoin&quot;:&quot;round&quot;}],&quot;parent&quot;:{&quot;type&quot;:&quot;CHILD&quot;,&quot;parentId&quot;:&quot;b51471c5-7a8f-4b50-878b-d4dc3aca9565&quot;,&quot;order&quot;:&quot;5&quot;}},&quot;8ab12519-fbe3-42cc-b1af-85ffb76152e7&quot;:{&quot;type&quot;:&quot;FIGURE_OBJECT&quot;,&quot;id&quot;:&quot;8ab12519-fbe3-42cc-b1af-85ffb76152e7&quot;,&quot;parent&quot;:{&quot;type&quot;:&quot;CHILD&quot;,&quot;parentId&quot;:&quot;440615ec-50bb-4f99-959f-789c5c907dcf&quot;,&quot;order&quot;:&quot;6&quot;},&quot;relativeTransform&quot;:{&quot;translate&quot;:{&quot;x&quot;:69.92558514840422,&quot;y&quot;:513.074725942857},&quot;rotate&quot;:0,&quot;skewX&quot;:0,&quot;scale&quot;:{&quot;x&quot;:1,&quot;y&quot;:1}}},&quot;e1fbb8a2-f3a1-455a-885e-153f603e0393&quot;:{&quot;type&quot;:&quot;FIGURE_OBJECT&quot;,&quot;id&quot;:&quot;e1fbb8a2-f3a1-455a-885e-153f603e0393&quot;,&quot;parent&quot;:{&quot;type&quot;:&quot;CHILD&quot;,&quot;parentId&quot;:&quot;8ab12519-fbe3-42cc-b1af-85ffb76152e7&quot;,&quot;order&quot;:&quot;05&quot;},&quot;relativeTransform&quot;:{&quot;translate&quot;:{&quot;x&quot;:-5.318777704068085,&quot;y&quot;:203.0970845923086},&quot;rotate&quot;:0}},&quot;8a440b6e-1604-43b3-9471-196bff6c288c&quot;:{&quot;id&quot;:&quot;8a440b6e-1604-43b3-9471-196bff6c288c&quot;,&quot;name&quot;:&quot;image.png&quot;,&quot;type&quot;:&quot;FIGURE_OBJECT&quot;,&quot;relativeTransform&quot;:{&quot;translate&quot;:{&quot;x&quot;:-291.1711054283376,&quot;y&quot;:-103.45409084060059},&quot;rotate&quot;:0,&quot;skewX&quot;:0,&quot;scale&quot;:{&quot;x&quot;:0.45572445370433307,&quot;y&quot;:0.4557244537043330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e1fbb8a2-f3a1-455a-885e-153f603e0393&quot;,&quot;order&quot;:&quot;5&quot;},&quot;styles&quot;:{&quot;editable&quot;:[{&quot;styleName&quot;:&quot;MONOCHROME_COLOR&quot;,&quot;index&quot;:0,&quot;color&quot;:&quot;#BBBBBC&quot;}]}},&quot;f8bc71e8-0e24-4e98-a861-0ef99ce0763e&quot;:{&quot;type&quot;:&quot;FIGURE_OBJECT&quot;,&quot;id&quot;:&quot;f8bc71e8-0e24-4e98-a861-0ef99ce0763e&quot;,&quot;parent&quot;:{&quot;type&quot;:&quot;CROP&quot;,&quot;parentId&quot;:&quot;e1fbb8a2-f3a1-455a-885e-153f603e0393&quot;,&quot;order&quot;:&quot;5&quot;},&quot;relativeTransform&quot;:{&quot;translate&quot;:{&quot;x&quot;:-291.1711054283376,&quot;y&quot;:-103.45409084060059},&quot;rotate&quot;:0,&quot;skewX&quot;:0,&quot;scale&quot;:{&quot;x&quot;:60.91366460404451,&quot;y&quot;:60.9136646040445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bf3c60d6-5e1f-4078-947d-a82ad9da2adf&quot;:{&quot;relativeTransform&quot;:{&quot;translate&quot;:{&quot;x&quot;:47.8327322853404,&quot;y&quot;:0},&quot;rotate&quot;:0},&quot;type&quot;:&quot;FIGURE_OBJECT&quot;,&quot;id&quot;:&quot;bf3c60d6-5e1f-4078-947d-a82ad9da2adf&quot;,&quot;opacity&quot;:0.9,&quot;path&quot;:{&quot;type&quot;:&quot;POLY_LINE&quot;,&quot;points&quot;:[{&quot;x&quot;:-334.2800292033243,&quot;y&quot;:79.08024316633255},{&quot;x&quot;:-334.2800292033243,&quot;y&quot;:34.195322756967805}],&quot;closed&quot;:false},&quot;pathStyles&quot;:[{&quot;type&quot;:&quot;FILL&quot;,&quot;fillStyle&quot;:&quot;rgba(0,0,0,0)&quot;},{&quot;type&quot;:&quot;STROKE&quot;,&quot;strokeStyle&quot;:&quot;rgba(0, 0, 0, 1)&quot;,&quot;lineWidth&quot;:0.9413576784670109,&quot;lineJoin&quot;:&quot;round&quot;}],&quot;isLocked&quot;:false,&quot;parent&quot;:{&quot;type&quot;:&quot;CHILD&quot;,&quot;parentId&quot;:&quot;8ab12519-fbe3-42cc-b1af-85ffb76152e7&quot;,&quot;order&quot;:&quot;1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2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4bbb866c-0253-46e1-bccf-988d0cf0f25e&quot;:{&quot;relativeTransform&quot;:{&quot;translate&quot;:{&quot;x&quot;:0,&quot;y&quot;:0},&quot;rotate&quot;:0},&quot;type&quot;:&quot;FIGURE_OBJECT&quot;,&quot;id&quot;:&quot;4bbb866c-0253-46e1-bccf-988d0cf0f25e&quot;,&quot;opacity&quot;:0.9,&quot;path&quot;:{&quot;type&quot;:&quot;POLY_LINE&quot;,&quot;points&quot;:[{&quot;x&quot;:-284.4381667799534,&quot;y&quot;:77.39217433732864},{&quot;x&quot;:-244.67597846683526,&quot;y&quot;:99.15603669746933}],&quot;closed&quot;:false},&quot;pathStyles&quot;:[{&quot;type&quot;:&quot;FILL&quot;,&quot;fillStyle&quot;:&quot;rgba(0,0,0,0)&quot;},{&quot;type&quot;:&quot;STROKE&quot;,&quot;strokeStyle&quot;:&quot;rgba(0, 0, 0, 1)&quot;,&quot;lineWidth&quot;:0.9413576784670108,&quot;lineJoin&quot;:&quot;round&quot;}],&quot;isLocked&quot;:false,&quot;parent&quot;:{&quot;type&quot;:&quot;CHILD&quot;,&quot;parentId&quot;:&quot;8ab12519-fbe3-42cc-b1af-85ffb76152e7&quot;,&quot;order&quot;:&quot;1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2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6665ee2e-f040-4f89-a827-3587031b0ace&quot;:{&quot;relativeTransform&quot;:{&quot;translate&quot;:{&quot;x&quot;:0,&quot;y&quot;:0},&quot;rotate&quot;:0,&quot;skewX&quot;:0,&quot;scale&quot;:{&quot;x&quot;:1,&quot;y&quot;:1}},&quot;type&quot;:&quot;FIGURE_OBJECT&quot;,&quot;id&quot;:&quot;6665ee2e-f040-4f89-a827-3587031b0ace&quot;,&quot;opacity&quot;:0.9,&quot;path&quot;:{&quot;type&quot;:&quot;POLY_LINE&quot;,&quot;points&quot;:[{&quot;x&quot;:-283.7705372207569,&quot;y&quot;:76.72454477813223},{&quot;x&quot;:-262.8903739790025,&quot;y&quot;:104.67195406036417}],&quot;closed&quot;:false},&quot;pathStyles&quot;:[{&quot;type&quot;:&quot;FILL&quot;,&quot;fillStyle&quot;:&quot;rgba(0,0,0,0)&quot;},{&quot;type&quot;:&quot;STROKE&quot;,&quot;strokeStyle&quot;:&quot;rgba(0, 0, 0, 1)&quot;,&quot;lineWidth&quot;:0.9413576784670109,&quot;lineJoin&quot;:&quot;round&quot;}],&quot;isLocked&quot;:false,&quot;parent&quot;:{&quot;type&quot;:&quot;CHILD&quot;,&quot;parentId&quot;:&quot;8ab12519-fbe3-42cc-b1af-85ffb76152e7&quot;,&quot;order&quot;:&quot;2&quot;},&quot;connectorInfo&quot;:{&quot;connectedObjects&quot;:[],&quot;type&quot;:&quot;LINE&quot;,&quot;offset&quot;:{&quot;x&quot;:0,&quot;y&quot;:0},&quot;bending&quot;:0.1,&quot;firstElementIsHead&quot;:true,&quot;customized&quot;:false,&quot;connectedObjectAtLineStart&quot;:{&quot;objectId&quot;:&quot;7e53a852-59ca-48c7-808b-62aa61921675&quot;,&quot;coordinates&quot;:{&quot;x&quot;:0.5,&quot;y&quot;:0}}},&quot;pathMarkers&quot;:{&quot;markerEnd&quot;:{&quot;type&quot;:&quot;PATH&quot;,&quot;units&quot;:{&quot;type&quot;:&quot;STROKE_WIDTH&quot;,&quot;scale&quot;:2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7e53a852-59ca-48c7-808b-62aa61921675&quot;:{&quot;id&quot;:&quot;7e53a852-59ca-48c7-808b-62aa61921675&quot;,&quot;name&quot;:&quot;Donut 2&quot;,&quot;displayName&quot;:&quot;&quot;,&quot;type&quot;:&quot;FIGURE_OBJECT&quot;,&quot;relativeTransform&quot;:{&quot;translate&quot;:{&quot;x&quot;:-292.2785635740018,&quot;y&quot;:102.91943227444139},&quot;rotate&quot;:0.3140484707791409,&quot;skewX&quot;:2.540964292720243e-16,&quot;scale&quot;:{&quot;x&quot;:0.3305033289285947,&quot;y&quot;:0.5508388669554116}},&quot;image&quot;:{&quot;url&quot;:&quot;https://icons.cdn.biorender.com/biorender/60391182fdfee50028771150/5be5e5b87664d21200a3f5a2.png&quot;,&quot;isPremium&quot;:false,&quot;isOrgIcon&quot;:false,&quot;size&quot;:{&quot;x&quot;:100,&quot;y&quot;:100},&quot;fallbackUrl&quot;:&quot;sources/icons/60391182fdfee50028771150/5be5e5b87664d21200a3f5a2.svg&quot;},&quot;source&quot;:{&quot;id&quot;:&quot;5be5e5b87664d21200a3f5a2&quot;,&quot;version&quot;:&quot;20190307192703&quot;,&quot;type&quot;:&quot;ASSETS&quot;},&quot;isPremium&quot;:false,&quot;parent&quot;:{&quot;type&quot;:&quot;CHILD&quot;,&quot;parentId&quot;:&quot;8ab12519-fbe3-42cc-b1af-85ffb76152e7&quot;,&quot;order&quot;:&quot;25&quot;},&quot;opacity&quot;:0.35},&quot;c5cc7e7f-b55d-4bd5-9e87-eeafaa02c02e&quot;:{&quot;relativeTransform&quot;:{&quot;translate&quot;:{&quot;x&quot;:-514.884980211434,&quot;y&quot;:351.196720015507},&quot;rotate&quot;:2.387897339585323},&quot;type&quot;:&quot;FIGURE_OBJECT&quot;,&quot;id&quot;:&quot;c5cc7e7f-b55d-4bd5-9e87-eeafaa02c02e&quot;,&quot;opacity&quot;:0.9,&quot;path&quot;:{&quot;type&quot;:&quot;POLY_LINE&quot;,&quot;points&quot;:[{&quot;x&quot;:-334.2800292033242,&quot;y&quot;:29.637162622084062},{&quot;x&quot;:-334.2800292033242,&quot;y&quot;:12.815493489711118}],&quot;closed&quot;:false},&quot;pathStyles&quot;:[{&quot;type&quot;:&quot;FILL&quot;,&quot;fillStyle&quot;:&quot;rgba(0,0,0,0)&quot;},{&quot;type&quot;:&quot;STROKE&quot;,&quot;strokeStyle&quot;:&quot;rgba(0, 0, 0, 1)&quot;,&quot;lineWidth&quot;:0.9413576784670109,&quot;lineJoin&quot;:&quot;round&quot;}],&quot;isLocked&quot;:false,&quot;parent&quot;:{&quot;type&quot;:&quot;CHILD&quot;,&quot;parentId&quot;:&quot;8ab12519-fbe3-42cc-b1af-85ffb76152e7&quot;,&quot;order&quot;:&quot;3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2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880de1b3-1de9-4987-9820-4c3fa56d5f76&quot;:{&quot;id&quot;:&quot;880de1b3-1de9-4987-9820-4c3fa56d5f76&quot;,&quot;type&quot;:&quot;FIGURE_OBJECT&quot;,&quot;relativeTransform&quot;:{&quot;translate&quot;:{&quot;x&quot;:-267.91039529171127,&quot;y&quot;:35.225604328235555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0.041148570314782,&quot;color&quot;:&quot;rgba(192,56,48,1)&quot;,&quot;fontWeight&quot;:&quot;normal&quot;,&quot;fontStyle&quot;:&quot;normal&quot;,&quot;decoration&quot;:&quot;none&quot;},&quot;range&quot;:[0,0]}],&quot;text&quot;:&quot;N&quot;,&quot;baseStyle&quot;:{&quot;fontFamily&quot;:&quot;Roboto&quot;,&quot;fontSize&quot;:10.041148570314782,&quot;color&quot;:&quot;rgba(192,56,48,1)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9.978391391750323,&quot;y&quot;:13.21666180567684},&quot;targetSize&quot;:{&quot;x&quot;:9.978391391750323,&quot;y&quot;:13.21666180567684}},&quot;parent&quot;:{&quot;type&quot;:&quot;CHILD&quot;,&quot;parentId&quot;:&quot;8ab12519-fbe3-42cc-b1af-85ffb76152e7&quot;,&quot;order&quot;:&quot;5&quot;}},&quot;8eae1ce7-a467-4137-9469-a2216cac49c0&quot;:{&quot;id&quot;:&quot;8eae1ce7-a467-4137-9469-a2216cac49c0&quot;,&quot;type&quot;:&quot;FIGURE_OBJECT&quot;,&quot;relativeTransform&quot;:{&quot;translate&quot;:{&quot;x&quot;:-243.78908689921417,&quot;y&quot;:87.60670038481832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0.041148570314782,&quot;color&quot;:&quot;rgba(192,56,48,1)&quot;,&quot;fontWeight&quot;:&quot;normal&quot;,&quot;fontStyle&quot;:&quot;normal&quot;,&quot;decoration&quot;:&quot;none&quot;},&quot;range&quot;:[0,0]},{&quot;style&quot;:{&quot;fontFamily&quot;:&quot;Roboto&quot;,&quot;fontSize&quot;:10.041148570314782,&quot;color&quot;:&quot;rgba(192,56,48,1)&quot;,&quot;fontWeight&quot;:&quot;normal&quot;,&quot;fontStyle&quot;:&quot;normal&quot;,&quot;decoration&quot;:&quot;none&quot;,&quot;script&quot;:&quot;sub&quot;},&quot;range&quot;:[1,1]}],&quot;text&quot;:&quot;X2&quot;}],&quot;_lastCaretLocation&quot;:{&quot;lineIndex&quot;:0,&quot;runIndex&quot;:-1,&quot;charIndex&quot;:-1,&quot;endOfLine&quot;:true}},&quot;format&quot;:&quot;BETTER_TEXT&quot;,&quot;size&quot;:{&quot;x&quot;:9.978391391750323,&quot;y&quot;:13.21666180567684},&quot;targetSize&quot;:{&quot;x&quot;:9.978391391750323,&quot;y&quot;:13.21666180567684}},&quot;parent&quot;:{&quot;type&quot;:&quot;CHILD&quot;,&quot;parentId&quot;:&quot;8ab12519-fbe3-42cc-b1af-85ffb76152e7&quot;,&quot;order&quot;:&quot;55&quot;}},&quot;a317cc38-11ab-4a12-b325-9697c1c8f800&quot;:{&quot;id&quot;:&quot;a317cc38-11ab-4a12-b325-9697c1c8f800&quot;,&quot;type&quot;:&quot;FIGURE_OBJECT&quot;,&quot;relativeTransform&quot;:{&quot;translate&quot;:{&quot;x&quot;:-253.7673296555416,&quot;y&quot;:105.72288118121108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0.041148570314782,&quot;color&quot;:&quot;rgba(192,56,48,1)&quot;,&quot;fontWeight&quot;:&quot;normal&quot;,&quot;fontStyle&quot;:&quot;normal&quot;,&quot;decoration&quot;:&quot;none&quot;,&quot;script&quot;:&quot;none&quot;},&quot;range&quot;:[0,0]},{&quot;style&quot;:{&quot;fontFamily&quot;:&quot;Roboto&quot;,&quot;fontSize&quot;:10.041148570314782,&quot;color&quot;:&quot;rgba(192,56,48,1)&quot;,&quot;fontWeight&quot;:&quot;normal&quot;,&quot;fontStyle&quot;:&quot;normal&quot;,&quot;decoration&quot;:&quot;none&quot;,&quot;script&quot;:&quot;sub&quot;},&quot;range&quot;:[1,1]}],&quot;text&quot;:&quot;X1&quot;}],&quot;_lastCaretLocation&quot;:{&quot;lineIndex&quot;:0,&quot;runIndex&quot;:-1,&quot;charIndex&quot;:-1,&quot;endOfLine&quot;:true}},&quot;format&quot;:&quot;BETTER_TEXT&quot;,&quot;size&quot;:{&quot;x&quot;:9.978391391750323,&quot;y&quot;:13.21666180567684},&quot;targetSize&quot;:{&quot;x&quot;:9.978391391750323,&quot;y&quot;:13.21666180567684}},&quot;parent&quot;:{&quot;type&quot;:&quot;CHILD&quot;,&quot;parentId&quot;:&quot;8ab12519-fbe3-42cc-b1af-85ffb76152e7&quot;,&quot;order&quot;:&quot;6&quot;}},&quot;7e85e5c7-256c-43de-bf55-cf7526e32b26&quot;:{&quot;relativeTransform&quot;:{&quot;translate&quot;:{&quot;x&quot;:-328.2895440870181,&quot;y&quot;:447.5161203071784},&quot;rotate&quot;:1.9650756820795485},&quot;type&quot;:&quot;FIGURE_OBJECT&quot;,&quot;id&quot;:&quot;7e85e5c7-256c-43de-bf55-cf7526e32b26&quot;,&quot;opacity&quot;:0.9,&quot;path&quot;:{&quot;type&quot;:&quot;POLY_LINE&quot;,&quot;points&quot;:[{&quot;x&quot;:-334.2800292033241,&quot;y&quot;:99.20523765898903},{&quot;x&quot;:-334.2800292033241,&quot;y&quot;:42.897631381779576}],&quot;closed&quot;:false},&quot;pathStyles&quot;:[{&quot;type&quot;:&quot;FILL&quot;,&quot;fillStyle&quot;:&quot;rgba(0,0,0,0)&quot;},{&quot;type&quot;:&quot;STROKE&quot;,&quot;strokeStyle&quot;:&quot;rgba(0, 0, 0, 1)&quot;,&quot;lineWidth&quot;:0.9413576784670108,&quot;lineJoin&quot;:&quot;round&quot;}],&quot;isLocked&quot;:false,&quot;parent&quot;:{&quot;type&quot;:&quot;CHILD&quot;,&quot;parentId&quot;:&quot;8ab12519-fbe3-42cc-b1af-85ffb76152e7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2},&quot;orient&quot;:{&quot;type&quot;:&quot;CLIPPED_CHORD&quot;},&quot;clipDistance&quot;:2,&quot;name&quot;:&quot;short-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2.5,&quot;y&quot;:-2.5,&quot;isEndPoint&quot;:true},{&quot;x&quot;:-2.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fee73cf7-bb29-4371-a1b6-e3c5891b67cb&quot;:{&quot;id&quot;:&quot;fee73cf7-bb29-4371-a1b6-e3c5891b67cb&quot;,&quot;type&quot;:&quot;FIGURE_OBJECT&quot;,&quot;relativeTransform&quot;:{&quot;translate&quot;:{&quot;x&quot;:-263.4048012804214,&quot;y&quot;:120.04905717223431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0.041182632919897,&quot;color&quot;:&quot;rgba(192,56,48,1)&quot;,&quot;fontWeight&quot;:&quot;normal&quot;,&quot;fontStyle&quot;:&quot;normal&quot;,&quot;decoration&quot;:&quot;none&quot;,&quot;script&quot;:&quot;none&quot;},&quot;range&quot;:[0,2]},{&quot;style&quot;:{&quot;fontFamily&quot;:&quot;Roboto&quot;,&quot;fontSize&quot;:10.041182632919897,&quot;color&quot;:&quot;rgba(192,56,48,1)&quot;,&quot;fontWeight&quot;:&quot;normal&quot;,&quot;fontStyle&quot;:&quot;normal&quot;,&quot;decoration&quot;:&quot;none&quot;,&quot;script&quot;:&quot;sub&quot;},&quot;range&quot;:[3,3]}],&quot;text&quot;:&quot;1/R1&quot;}],&quot;_lastCaretLocation&quot;:{&quot;lineIndex&quot;:0,&quot;runIndex&quot;:-1,&quot;charIndex&quot;:-1,&quot;endOfLine&quot;:true}},&quot;format&quot;:&quot;BETTER_TEXT&quot;,&quot;size&quot;:{&quot;x&quot;:29.25442324198178,&quot;y&quot;:12.584466403715972},&quot;targetSize&quot;:{&quot;x&quot;:29.25442324198178,&quot;y&quot;:12.584466403715972}},&quot;parent&quot;:{&quot;type&quot;:&quot;CHILD&quot;,&quot;parentId&quot;:&quot;8ab12519-fbe3-42cc-b1af-85ffb76152e7&quot;,&quot;order&quot;:&quot;75&quot;}},&quot;62226e9e-e366-48d6-ab8b-45e6e19b89b7&quot;:{&quot;id&quot;:&quot;62226e9e-e366-48d6-ab8b-45e6e19b89b7&quot;,&quot;type&quot;:&quot;FIGURE_OBJECT&quot;,&quot;relativeTransform&quot;:{&quot;translate&quot;:{&quot;x&quot;:-224.91016779031528,&quot;y&quot;:129.98068673550654},&quot;rotate&quot;:0},&quot;text&quot;:{&quot;textData&quot;:{&quot;lineSpacing&quot;:&quot;normal&quot;,&quot;alignment&quot;:&quot;left&quot;,&quot;verticalAlign&quot;:&quot;TOP&quot;,&quot;lines&quot;:[{&quot;runs&quot;:[{&quot;style&quot;:{&quot;fontFamily&quot;:&quot;Roboto&quot;,&quot;fontSize&quot;:10.041182632919897,&quot;color&quot;:&quot;rgba(192,56,48,1)&quot;,&quot;fontWeight&quot;:&quot;normal&quot;,&quot;fontStyle&quot;:&quot;normal&quot;,&quot;decoration&quot;:&quot;none&quot;,&quot;script&quot;:&quot;none&quot;},&quot;range&quot;:[0,0]}],&quot;text&quot;:&quot;0&quot;}],&quot;_lastCaretLocation&quot;:{&quot;lineIndex&quot;:0,&quot;runIndex&quot;:-1,&quot;charIndex&quot;:-1,&quot;endOfLine&quot;:true}},&quot;format&quot;:&quot;BETTER_TEXT&quot;,&quot;size&quot;:{&quot;x&quot;:29.25442324198178,&quot;y&quot;:12.584466403715972},&quot;targetSize&quot;:{&quot;x&quot;:29.25442324198178,&quot;y&quot;:12.584466403715972}},&quot;parent&quot;:{&quot;type&quot;:&quot;CHILD&quot;,&quot;parentId&quot;:&quot;8ab12519-fbe3-42cc-b1af-85ffb76152e7&quot;,&quot;order&quot;:&quot;8&quot;}},&quot;45990aaf-46d0-4af0-84da-5f879122abb6&quot;:{&quot;type&quot;:&quot;FIGURE_OBJECT&quot;,&quot;id&quot;:&quot;45990aaf-46d0-4af0-84da-5f879122abb6&quot;,&quot;parent&quot;:{&quot;type&quot;:&quot;CHILD&quot;,&quot;parentId&quot;:&quot;440615ec-50bb-4f99-959f-789c5c907dcf&quot;,&quot;order&quot;:&quot;5&quot;},&quot;relativeTransform&quot;:{&quot;translate&quot;:{&quot;x&quot;:53.04209712170149,&quot;y&quot;:509.5477026544251},&quot;rotate&quot;:0,&quot;skewX&quot;:0,&quot;scale&quot;:{&quot;x&quot;:1,&quot;y&quot;:1}}},&quot;0c0a848b-d6c9-4a47-b6fb-c8cdd3922902&quot;:{&quot;relativeTransform&quot;:{&quot;translate&quot;:{&quot;x&quot;:-239.7704753356079,&quot;y&quot;:-25.611128491975013},&quot;rotate&quot;:0},&quot;type&quot;:&quot;FIGURE_OBJECT&quot;,&quot;id&quot;:&quot;0c0a848b-d6c9-4a47-b6fb-c8cdd3922902&quot;,&quot;opacity&quot;:1,&quot;path&quot;:{&quot;type&quot;:&quot;ELLIPSE&quot;,&quot;size&quot;:{&quot;x&quot;:29.373073400925612,&quot;y&quot;:32.90967848517968}},&quot;isLocked&quot;:false,&quot;pathStyles&quot;:[{&quot;type&quot;:&quot;FILL&quot;,&quot;fillStyle&quot;:&quot;rgb(187, 187, 188)&quot;},{&quot;type&quot;:&quot;STROKE&quot;,&quot;strokeStyle&quot;:&quot;rgba(112,112,113,1)&quot;,&quot;lineWidth&quot;:2.1324810237496896,&quot;lineJoin&quot;:&quot;round&quot;}],&quot;parent&quot;:{&quot;type&quot;:&quot;CHILD&quot;,&quot;parentId&quot;:&quot;45990aaf-46d0-4af0-84da-5f879122abb6&quot;,&quot;order&quot;:&quot;1&quot;},&quot;name&quot;:&quot;Shape (circle, editable)&quot;,&quot;displayName&quot;:&quot;Shape (circle, editable)&quot;,&quot;source&quot;:{&quot;id&quot;:&quot;625845e504968dad6a4ad114&quot;,&quot;type&quot;:&quot;ASSETS&quot;},&quot;isPremium&quot;:false},&quot;c97be0c2-1c8e-4674-a2a4-fadbbb7ca166&quot;:{&quot;relativeTransform&quot;:{&quot;translate&quot;:{&quot;x&quot;:-239.770448608563,&quot;y&quot;:-25.610852985023296},&quot;rotate&quot;:0},&quot;type&quot;:&quot;FIGURE_OBJECT&quot;,&quot;id&quot;:&quot;c97be0c2-1c8e-4674-a2a4-fadbbb7ca166&quot;,&quot;opacity&quot;:1,&quot;path&quot;:{&quot;type&quot;:&quot;ELLIPSE&quot;,&quot;size&quot;:{&quot;x&quot;:14.432043217874162,&quot;y&quot;:16.16970399050886}},&quot;isLocked&quot;:false,&quot;pathStyles&quot;:[{&quot;type&quot;:&quot;FILL&quot;,&quot;fillStyle&quot;:&quot;rgba(246, 244, 214, 1)&quot;},{&quot;type&quot;:&quot;STROKE&quot;,&quot;strokeStyle&quot;:&quot;rgba(112,112,113,1)&quot;,&quot;lineWidth&quot;:1.0477643206067169,&quot;lineJoin&quot;:&quot;round&quot;}],&quot;parent&quot;:{&quot;type&quot;:&quot;CHILD&quot;,&quot;parentId&quot;:&quot;45990aaf-46d0-4af0-84da-5f879122abb6&quot;,&quot;order&quot;:&quot;2&quot;},&quot;name&quot;:&quot;Shape (circle, editable)&quot;,&quot;displayName&quot;:&quot;Shape (circle, editable)&quot;,&quot;source&quot;:{&quot;id&quot;:&quot;625845e504968dad6a4ad114&quot;,&quot;type&quot;:&quot;ASSETS&quot;},&quot;isPremium&quot;:false},&quot;fa1548ca-0018-47fd-8e9a-f3cf240df600&quot;:{&quot;relativeTransform&quot;:{&quot;translate&quot;:{&quot;x&quot;:-239.77063795402228,&quot;y&quot;:11.691292877340665},&quot;rotate&quot;:0},&quot;type&quot;:&quot;FIGURE_OBJECT&quot;,&quot;id&quot;:&quot;fa1548ca-0018-47fd-8e9a-f3cf240df600&quot;,&quot;opacity&quot;:1,&quot;path&quot;:{&quot;type&quot;:&quot;ELLIPSE&quot;,&quot;size&quot;:{&quot;x&quot;:29.373073400925612,&quot;y&quot;:32.90967848517968}},&quot;isLocked&quot;:false,&quot;pathStyles&quot;:[{&quot;type&quot;:&quot;FILL&quot;,&quot;fillStyle&quot;:&quot;rgb(187, 187, 188)&quot;},{&quot;type&quot;:&quot;STROKE&quot;,&quot;strokeStyle&quot;:&quot;rgba(112,112,113,1)&quot;,&quot;lineWidth&quot;:2.1324810237496896,&quot;lineJoin&quot;:&quot;round&quot;}],&quot;parent&quot;:{&quot;type&quot;:&quot;CHILD&quot;,&quot;parentId&quot;:&quot;45990aaf-46d0-4af0-84da-5f879122abb6&quot;,&quot;order&quot;:&quot;5&quot;},&quot;name&quot;:&quot;Shape (circle, editable)&quot;,&quot;displayName&quot;:&quot;Shape (circle, editable)&quot;,&quot;source&quot;:{&quot;id&quot;:&quot;625845e504968dad6a4ad114&quot;,&quot;type&quot;:&quot;ASSETS&quot;},&quot;isPremium&quot;:false},&quot;46271e6d-97a0-4902-9a5e-47af1357976e&quot;:{&quot;relativeTransform&quot;:{&quot;translate&quot;:{&quot;x&quot;:-239.77061122697737,&quot;y&quot;:11.691568384292378},&quot;rotate&quot;:0},&quot;type&quot;:&quot;FIGURE_OBJECT&quot;,&quot;id&quot;:&quot;46271e6d-97a0-4902-9a5e-47af1357976e&quot;,&quot;opacity&quot;:1,&quot;path&quot;:{&quot;type&quot;:&quot;ELLIPSE&quot;,&quot;size&quot;:{&quot;x&quot;:14.432043217874162,&quot;y&quot;:16.16970399050886}},&quot;isLocked&quot;:false,&quot;pathStyles&quot;:[{&quot;type&quot;:&quot;FILL&quot;,&quot;fillStyle&quot;:&quot;rgba(246, 244, 214, 1)&quot;},{&quot;type&quot;:&quot;STROKE&quot;,&quot;strokeStyle&quot;:&quot;rgba(112,112,113,1)&quot;,&quot;lineWidth&quot;:1.0477643206067169,&quot;lineJoin&quot;:&quot;round&quot;}],&quot;parent&quot;:{&quot;type&quot;:&quot;CHILD&quot;,&quot;parentId&quot;:&quot;45990aaf-46d0-4af0-84da-5f879122abb6&quot;,&quot;order&quot;:&quot;7&quot;},&quot;name&quot;:&quot;Shape (circle, editable)&quot;,&quot;displayName&quot;:&quot;Shape (circle, editable)&quot;,&quot;source&quot;:{&quot;id&quot;:&quot;625845e504968dad6a4ad114&quot;,&quot;type&quot;:&quot;ASSETS&quot;},&quot;isPremium&quot;:false},&quot;2edf1bf2-7a22-4278-9314-11ac88138be1&quot;:{&quot;type&quot;:&quot;FIGURE_OBJECT&quot;,&quot;id&quot;:&quot;2edf1bf2-7a22-4278-9314-11ac88138be1&quot;,&quot;parent&quot;:{&quot;type&quot;:&quot;CHILD&quot;,&quot;parentId&quot;:&quot;3b94467f-13c5-4a37-9ebf-921b789a8ee8&quot;,&quot;order&quot;:&quot;5&quot;},&quot;relativeTransform&quot;:{}},&quot;b124242e-4c38-4524-a925-def8f01e3a8e&quot;:{&quot;type&quot;:&quot;FIGURE_OBJECT&quot;,&quot;id&quot;:&quot;b124242e-4c38-4524-a925-def8f01e3a8e&quot;,&quot;relativeTransform&quot;:{&quot;translate&quot;:{&quot;x&quot;:-7.548166904572369,&quot;y&quot;:258.75867731399376},&quot;rotate&quot;:0},&quot;layout&quot;:{&quot;sizeRatio&quot;:{&quot;x&quot;:0.99328165374677,&quot;y&quot;:0.95},&quot;keepAspectRatio&quot;:false},&quot;opacity&quot;:1,&quot;path&quot;:{&quot;type&quot;:&quot;RECT&quot;,&quot;size&quot;:{&quot;x&quot;:287.00036690688256,&quot;y&quot;:36.51792588761307},&quot;cornerRounding&quot;:{&quot;type&quot;:&quot;ARC_LENGTH&quot;,&quot;global&quot;:6.000216840215091}},&quot;pathStyles&quot;:[{&quot;type&quot;:&quot;FILL&quot;,&quot;fillStyle&quot;:&quot;rgb(133, 148, 182)&quot;},{&quot;type&quot;:&quot;STROKE&quot;,&quot;strokeStyle&quot;:&quot;rgb(133, 148, 182)&quot;,&quot;lineWidth&quot;:1,&quot;lineJoin&quot;:&quot;round&quot;}],&quot;isLocked&quot;:false,&quot;parent&quot;:{&quot;type&quot;:&quot;CHILD&quot;,&quot;parentId&quot;:&quot;2edf1bf2-7a22-4278-9314-11ac88138be1&quot;,&quot;order&quot;:&quot;2&quot;}},&quot;c160e033-15f5-45ef-a6dd-54ddc74253d1&quot;:{&quot;type&quot;:&quot;FIGURE_OBJECT&quot;,&quot;id&quot;:&quot;c160e033-15f5-45ef-a6dd-54ddc74253d1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1.333333333333332,&quot;color&quot;:&quot;#FFFFFF&quot;,&quot;fontWeight&quot;:&quot;bold&quot;,&quot;fontStyle&quot;:&quot;normal&quot;,&quot;decoration&quot;:&quot;none&quot;,&quot;script&quot;:&quot;none&quot;},&quot;range&quot;:[0,15]}],&quot;text&quot;:&quot;Vectors (Rank 1)&quot;,&quot;baseStyle&quot;:{&quot;fontFamily&quot;:&quot;Roboto&quot;,&quot;fontSize&quot;:21.333333333333332,&quot;color&quot;:&quot;#FFFFFF&quot;,&quot;fontWeight&quot;:&quot;bold&quot;,&quot;fontStyle&quot;:&quot;normal&quot;,&quot;decoration&quot;:&quot;none&quot;,&quot;script&quot;:&quot;none&quot;}}],&quot;verticalAlign&quot;:&quot;TOP&quot;,&quot;_lastCaretLocation&quot;:{&quot;lineIndex&quot;:0,&quot;runIndex&quot;:-1,&quot;charIndex&quot;:-1,&quot;endOfLine&quot;:true}},&quot;size&quot;:{&quot;x&quot;:285.0721990671981,&quot;y&quot;:21},&quot;targetSize&quot;:{&quot;x&quot;:285.0721990671981,&quot;y&quot;:2},&quot;format&quot;:&quot;BETTER_TEXT&quot;,&quot;verticalAlign&quot;:&quot;TOP&quot;},&quot;parent&quot;:{&quot;type&quot;:&quot;CHILD&quot;,&quot;parentId&quot;:&quot;b124242e-4c38-4524-a925-def8f01e3a8e&quot;,&quot;order&quot;:&quot;5&quot;}},&quot;1a25f76a-e4a5-4c02-9328-b65dc9f680f7&quot;:{&quot;type&quot;:&quot;FIGURE_OBJECT&quot;,&quot;id&quot;:&quot;1a25f76a-e4a5-4c02-9328-b65dc9f680f7&quot;,&quot;parent&quot;:{&quot;type&quot;:&quot;CHILD&quot;,&quot;parentId&quot;:&quot;2edf1bf2-7a22-4278-9314-11ac88138be1&quot;,&quot;order&quot;:&quot;5&quot;},&quot;relativeTransform&quot;:{}},&quot;dd7d76de-9d4e-445a-80b3-c059d7f88bb7&quot;:{&quot;type&quot;:&quot;FIGURE_OBJECT&quot;,&quot;id&quot;:&quot;dd7d76de-9d4e-445a-80b3-c059d7f88bb7&quot;,&quot;parent&quot;:{&quot;type&quot;:&quot;CHILD&quot;,&quot;parentId&quot;:&quot;1a25f76a-e4a5-4c02-9328-b65dc9f680f7&quot;,&quot;order&quot;:&quot;1&quot;},&quot;relativeTransform&quot;:{&quot;translate&quot;:{&quot;x&quot;:221.14470726958288,&quot;y&quot;:520.1803230809696},&quot;rotate&quot;:0,&quot;skewX&quot;:0,&quot;scale&quot;:{&quot;x&quot;:1,&quot;y&quot;:1}}},&quot;103ab90b-c4dd-4e69-a423-4d79fe3087d1&quot;:{&quot;type&quot;:&quot;FIGURE_OBJECT&quot;,&quot;id&quot;:&quot;103ab90b-c4dd-4e69-a423-4d79fe3087d1&quot;,&quot;relativeTransform&quot;:{&quot;translate&quot;:{&quot;x&quot;:-228.69291914243797,&quot;y&quot;:43.81065616917321},&quot;rotate&quot;:0},&quot;opacity&quot;:1,&quot;path&quot;:{&quot;type&quot;:&quot;RECT&quot;,&quot;size&quot;:{&quot;x&quot;:286.9624448067932,&quot;y&quot;:550.9810039018354},&quot;cornerRounding&quot;:{&quot;type&quot;:&quot;ARC_LENGTH&quot;,&quot;global&quot;:5.952615444296342}},&quot;pathStyles&quot;:[{&quot;type&quot;:&quot;FILL&quot;,&quot;fillStyle&quot;:&quot;rgba(243, 246, 251, 1)&quot;},{&quot;type&quot;:&quot;STROKE&quot;,&quot;strokeStyle&quot;:&quot;rgb(133, 148, 182)&quot;,&quot;lineWidth&quot;:1.0377239662521762,&quot;lineJoin&quot;:&quot;round&quot;}],&quot;isLocked&quot;:false,&quot;parent&quot;:{&quot;type&quot;:&quot;CHILD&quot;,&quot;parentId&quot;:&quot;dd7d76de-9d4e-445a-80b3-c059d7f88bb7&quot;,&quot;order&quot;:&quot;1&quot;},&quot;layout&quot;:{&quot;sizeRatio&quot;:{&quot;x&quot;:0.88,&quot;y&quot;:0.88},&quot;keepAspectRatio&quot;:false}},&quot;76043a77-e2fb-4adf-ac4e-b345513a2a60&quot;:{&quot;id&quot;:&quot;76043a77-e2fb-4adf-ac4e-b345513a2a60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9.37084737004062,&quot;color&quot;:&quot;black&quot;,&quot;fontWeight&quot;:&quot;normal&quot;,&quot;fontStyle&quot;:&quot;normal&quot;,&quot;decoration&quot;:&quot;none&quot;}}]},&quot;format&quot;:&quot;BETTER_TEXT&quot;,&quot;size&quot;:{&quot;x&quot;:252.52695142997803,&quot;y&quot;:23},&quot;targetSize&quot;:{&quot;x&quot;:252.52695142997803,&quot;y&quot;:2}},&quot;parent&quot;:{&quot;type&quot;:&quot;CHILD&quot;,&quot;parentId&quot;:&quot;103ab90b-c4dd-4e69-a423-4d79fe3087d1&quot;,&quot;order&quot;:&quot;5&quot;}},&quot;2cf9f969-19c0-4fa2-a205-1cebe6cc48b1&quot;:{&quot;id&quot;:&quot;2cf9f969-19c0-4fa2-a205-1cebe6cc48b1&quot;,&quot;type&quot;:&quot;FIGURE_OBJECT&quot;,&quot;relativeTransform&quot;:{&quot;translate&quot;:{&quot;x&quot;:-323.46444241508533,&quot;y&quot;:-136.22173438049614},&quot;rotate&quot;:0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01,0&quot;,&quot;baseStyle&quot;:{&quot;fontFamily&quot;:&quot;Arial&quot;,&quot;fontSize&quot;:20,&quot;color&quot;:&quot;black&quot;,&quot;fontWeight&quot;:&quot;normal&quot;,&quot;fontStyle&quot;:&quot;normal&quot;,&quot;decoration&quot;:&quot;none&quot;,&quot;script&quot;:&quot;super&quot;}}],&quot;_lastCaretLocation&quot;:{&quot;lineIndex&quot;:0,&quot;runIndex&quot;:2,&quot;charIndex&quot;:4}},&quot;format&quot;:&quot;BETTER_TEXT&quot;,&quot;size&quot;:{&quot;x&quot;:70.35757193286462,&quot;y&quot;:31.77241310648374},&quot;targetSize&quot;:{&quot;x&quot;:70.35757193286462,&quot;y&quot;:31.77241310648374}},&quot;parent&quot;:{&quot;type&quot;:&quot;CHILD&quot;,&quot;parentId&quot;:&quot;dd7d76de-9d4e-445a-80b3-c059d7f88bb7&quot;,&quot;order&quot;:&quot;2&quot;}},&quot;84b47700-5712-4c55-9bfc-55a7bf3a9cd0&quot;:{&quot;id&quot;:&quot;84b47700-5712-4c55-9bfc-55a7bf3a9cd0&quot;,&quot;type&quot;:&quot;FIGURE_OBJECT&quot;,&quot;relativeTransform&quot;:{&quot;translate&quot;:{&quot;x&quot;:-323.46492909866237,&quot;y&quot;:-37.92302535849049},&quot;rotate&quot;:0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11,0&quot;}],&quot;_lastCaretLocation&quot;:{&quot;lineIndex&quot;:0,&quot;runIndex&quot;:2,&quot;charIndex&quot;:4}},&quot;format&quot;:&quot;BETTER_TEXT&quot;,&quot;size&quot;:{&quot;x&quot;:70.35757193286462,&quot;y&quot;:31.77241310648374},&quot;targetSize&quot;:{&quot;x&quot;:70.35757193286462,&quot;y&quot;:31.77241310648374}},&quot;parent&quot;:{&quot;type&quot;:&quot;CHILD&quot;,&quot;parentId&quot;:&quot;dd7d76de-9d4e-445a-80b3-c059d7f88bb7&quot;,&quot;order&quot;:&quot;5&quot;}},&quot;8d79297e-4d5b-4a87-9068-fd66161be9e2&quot;:{&quot;id&quot;:&quot;8d79297e-4d5b-4a87-9068-fd66161be9e2&quot;,&quot;type&quot;:&quot;FIGURE_OBJECT&quot;,&quot;relativeTransform&quot;:{&quot;translate&quot;:{&quot;x&quot;:-323.18814127420507,&quot;y&quot;:102.74672330351065},&quot;rotate&quot;:0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21,0&quot;}],&quot;_lastCaretLocation&quot;:{&quot;lineIndex&quot;:0,&quot;runIndex&quot;:2,&quot;charIndex&quot;:4}},&quot;format&quot;:&quot;BETTER_TEXT&quot;,&quot;size&quot;:{&quot;x&quot;:70.35757193286462,&quot;y&quot;:31.77241310648374},&quot;targetSize&quot;:{&quot;x&quot;:70.35757193286462,&quot;y&quot;:31.77241310648374}},&quot;parent&quot;:{&quot;type&quot;:&quot;CHILD&quot;,&quot;parentId&quot;:&quot;dd7d76de-9d4e-445a-80b3-c059d7f88bb7&quot;,&quot;order&quot;:&quot;6&quot;}},&quot;634a8b84-5a2c-4904-8d90-67db80e4e368&quot;:{&quot;id&quot;:&quot;634a8b84-5a2c-4904-8d90-67db80e4e368&quot;,&quot;type&quot;:&quot;FIGURE_OBJECT&quot;,&quot;relativeTransform&quot;:{&quot;translate&quot;:{&quot;x&quot;:-323.4646585007392,&quot;y&quot;:249.8832643337427},&quot;rotate&quot;:0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31,0&quot;}],&quot;_lastCaretLocation&quot;:{&quot;lineIndex&quot;:0,&quot;runIndex&quot;:2,&quot;charIndex&quot;:4}},&quot;format&quot;:&quot;BETTER_TEXT&quot;,&quot;size&quot;:{&quot;x&quot;:70.35757193286462,&quot;y&quot;:31.77241310648374},&quot;targetSize&quot;:{&quot;x&quot;:70.35757193286462,&quot;y&quot;:31.77241310648374}},&quot;parent&quot;:{&quot;type&quot;:&quot;CHILD&quot;,&quot;parentId&quot;:&quot;dd7d76de-9d4e-445a-80b3-c059d7f88bb7&quot;,&quot;order&quot;:&quot;7&quot;}},&quot;4567403d-603e-4595-a8fb-1ed4f5e82cb0&quot;:{&quot;type&quot;:&quot;FIGURE_OBJECT&quot;,&quot;id&quot;:&quot;4567403d-603e-4595-a8fb-1ed4f5e82cb0&quot;,&quot;parent&quot;:{&quot;type&quot;:&quot;CHILD&quot;,&quot;parentId&quot;:&quot;1a25f76a-e4a5-4c02-9328-b65dc9f680f7&quot;,&quot;order&quot;:&quot;6&quot;},&quot;relativeTransform&quot;:{&quot;translate&quot;:{&quot;x&quot;:30.547850774725788,&quot;y&quot;:519.5998247721077},&quot;rotate&quot;:0,&quot;skewX&quot;:0,&quot;scale&quot;:{&quot;x&quot;:1,&quot;y&quot;:1}}},&quot;99cab3f5-cae5-4b04-826b-8e0431ed6b44&quot;:{&quot;id&quot;:&quot;99cab3f5-cae5-4b04-826b-8e0431ed6b44&quot;,&quot;type&quot;:&quot;FIGURE_OBJECT&quot;,&quot;relativeTransform&quot;:{&quot;translate&quot;:{&quot;x&quot;:-88.94768960645621,&quot;y&quot;:-129.5998738959682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13]}],&quot;text&quot;:&quot;Center of Mass&quot;}],&quot;_lastCaretLocation&quot;:{&quot;lineIndex&quot;:0,&quot;runIndex&quot;:-1,&quot;charIndex&quot;:-1,&quot;endOfLine&quot;:true}},&quot;format&quot;:&quot;BETTER_TEXT&quot;,&quot;size&quot;:{&quot;x&quot;:64.02132892608643,&quot;y&quot;:60},&quot;targetSize&quot;:{&quot;x&quot;:47.49671174307867,&quot;y&quot;:32.8675661998834}},&quot;parent&quot;:{&quot;type&quot;:&quot;CHILD&quot;,&quot;parentId&quot;:&quot;4567403d-603e-4595-a8fb-1ed4f5e82cb0&quot;,&quot;order&quot;:&quot;2&quot;}},&quot;3fef3bca-9760-4d3e-99f2-c731af1902b2&quot;:{&quot;id&quot;:&quot;3fef3bca-9760-4d3e-99f2-c731af1902b2&quot;,&quot;type&quot;:&quot;FIGURE_OBJECT&quot;,&quot;relativeTransform&quot;:{&quot;translate&quot;:{&quot;x&quot;:-84.40913707435465,&quot;y&quot;:-33.66635817713317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16]}],&quot;text&quot;:&quot;Center of Surface&quot;}],&quot;_lastCaretLocation&quot;:{&quot;lineIndex&quot;:0,&quot;runIndex&quot;:-1,&quot;charIndex&quot;:-1,&quot;endOfLine&quot;:true}},&quot;format&quot;:&quot;BETTER_TEXT&quot;,&quot;size&quot;:{&quot;x&quot;:73.5146713256836,&quot;y&quot;:60},&quot;targetSize&quot;:{&quot;x&quot;:57.4686264269569,&quot;y&quot;:32.8675661998834}},&quot;parent&quot;:{&quot;type&quot;:&quot;CHILD&quot;,&quot;parentId&quot;:&quot;4567403d-603e-4595-a8fb-1ed4f5e82cb0&quot;,&quot;order&quot;:&quot;5&quot;}},&quot;e306cd2c-cf5d-482b-9af8-11e167a9150f&quot;:{&quot;id&quot;:&quot;e306cd2c-cf5d-482b-9af8-11e167a9150f&quot;,&quot;type&quot;:&quot;FIGURE_OBJECT&quot;,&quot;relativeTransform&quot;:{&quot;translate&quot;:{&quot;x&quot;:-73.64505350136733,&quot;y&quot;:110.1046829443626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6]}],&quot;text&quot;:&quot;Center &quot;},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11]}],&quot;text&quot;:&quot;of Curvature&quot;,&quot;baseStyle&quot;:{&quot;fontFamily&quot;:&quot;Arial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94.89067840576172,&quot;y&quot;:60},&quot;targetSize&quot;:{&quot;x&quot;:60.44102159255412,&quot;y&quot;:32.8675661998834}},&quot;parent&quot;:{&quot;type&quot;:&quot;CHILD&quot;,&quot;parentId&quot;:&quot;4567403d-603e-4595-a8fb-1ed4f5e82cb0&quot;,&quot;order&quot;:&quot;6&quot;}},&quot;c479768b-df51-4b6d-9dd1-41c69bf067f9&quot;:{&quot;id&quot;:&quot;c479768b-df51-4b6d-9dd1-41c69bf067f9&quot;,&quot;type&quot;:&quot;FIGURE_OBJECT&quot;,&quot;relativeTransform&quot;:{&quot;translate&quot;:{&quot;x&quot;:-70.90310850664277,&quot;y&quot;:256.759778871958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19]}],&quot;text&quot;:&quot;Center of Character-&quot;},{&quot;runs&quot;:[{&quot;style&quot;:{&quot;fontFamily&quot;:&quot;Arial&quot;,&quot;fontSize&quot;:20,&quot;color&quot;:&quot;black&quot;,&quot;fontWeight&quot;:&quot;normal&quot;,&quot;fontStyle&quot;:&quot;normal&quot;,&quot;decoration&quot;:&quot;none&quot;,&quot;script&quot;:&quot;none&quot;},&quot;range&quot;:[0,4]}],&quot;text&quot;:&quot;istic&quot;,&quot;baseStyle&quot;:{&quot;fontFamily&quot;:&quot;Roboto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100.16000366210938,&quot;y&quot;:60},&quot;targetSize&quot;:{&quot;x&quot;:72.54684104680818,&quot;y&quot;:38.18819809472127}},&quot;parent&quot;:{&quot;type&quot;:&quot;CHILD&quot;,&quot;parentId&quot;:&quot;4567403d-603e-4595-a8fb-1ed4f5e82cb0&quot;,&quot;order&quot;:&quot;7&quot;}},&quot;4ea89b1f-e2e4-46de-b0e5-68090d25c2d6&quot;:{&quot;type&quot;:&quot;FIGURE_OBJECT&quot;,&quot;id&quot;:&quot;4ea89b1f-e2e4-46de-b0e5-68090d25c2d6&quot;,&quot;relativeTransform&quot;:{&quot;translate&quot;:{&quot;x&quot;:-84.07623156051284,&quot;y&quot;:312.2687286790087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11.69038474869902,&quot;y&quot;:30.931556786411463},&quot;cornerRounding&quot;:{&quot;type&quot;:&quot;ARC_LENGTH&quot;,&quot;global&quot;:6.324552885632121}},&quot;pathStyles&quot;:[{&quot;type&quot;:&quot;FILL&quot;,&quot;fillStyle&quot;:&quot;rgba(243, 246, 251, 1)&quot;},{&quot;type&quot;:&quot;STROKE&quot;,&quot;strokeStyle&quot;:&quot;rgba(0,0,0,0)&quot;,&quot;lineWidth&quot;:1,&quot;lineJoin&quot;:&quot;round&quot;}],&quot;isLocked&quot;:false,&quot;parent&quot;:{&quot;type&quot;:&quot;CHILD&quot;,&quot;parentId&quot;:&quot;1a25f76a-e4a5-4c02-9328-b65dc9f680f7&quot;,&quot;order&quot;:&quot;5&quot;}},&quot;776340a6-2d67-4d39-94ab-d1783b3e4c14&quot;:{&quot;type&quot;:&quot;FIGURE_OBJECT&quot;,&quot;id&quot;:&quot;776340a6-2d67-4d39-94ab-d1783b3e4c14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rgb(0,0,0)&quot;,&quot;fontWeight&quot;:&quot;bold&quot;,&quot;fontStyle&quot;:&quot;normal&quot;,&quot;decoration&quot;:&quot;none&quot;,&quot;script&quot;:&quot;none&quot;},&quot;range&quot;:[0,10]}],&quot;text&quot;:&quot;Descriptors&quot;}],&quot;verticalAlign&quot;:&quot;TOP&quot;,&quot;_lastCaretLocation&quot;:{&quot;lineIndex&quot;:0,&quot;runIndex&quot;:-1,&quot;charIndex&quot;:-1,&quot;endOfLine&quot;:true}},&quot;size&quot;:{&quot;x&quot;:110.94001007080078,&quot;y&quot;:20},&quot;targetSize&quot;:{&quot;x&quot;:110.06898207339368,&quot;y&quot;:2},&quot;format&quot;:&quot;BETTER_TEXT&quot;,&quot;verticalAlign&quot;:&quot;TOP&quot;},&quot;parent&quot;:{&quot;type&quot;:&quot;CHILD&quot;,&quot;parentId&quot;:&quot;4ea89b1f-e2e4-46de-b0e5-68090d25c2d6&quot;,&quot;order&quot;:&quot;5&quot;}},&quot;0fe2c8a2-4ba9-400e-ab55-bd90f14f6274&quot;:{&quot;type&quot;:&quot;FIGURE_OBJECT&quot;,&quot;id&quot;:&quot;0fe2c8a2-4ba9-400e-ab55-bd90f14f6274&quot;,&quot;relativeTransform&quot;:{&quot;translate&quot;:{&quot;x&quot;:52.10445964633328,&quot;y&quot;:314.44775540462456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46.3431847976224,&quot;y&quot;:42.10526315789474},&quot;cornerRounding&quot;:{&quot;type&quot;:&quot;ARC_LENGTH&quot;,&quot;global&quot;:6.324552885632121}},&quot;pathStyles&quot;:[{&quot;type&quot;:&quot;FILL&quot;,&quot;fillStyle&quot;:&quot;rgba(243, 246, 251, 1)&quot;},{&quot;type&quot;:&quot;STROKE&quot;,&quot;strokeStyle&quot;:&quot;rgba(0,0,0,0)&quot;,&quot;lineWidth&quot;:1,&quot;lineJoin&quot;:&quot;round&quot;}],&quot;isLocked&quot;:false,&quot;parent&quot;:{&quot;type&quot;:&quot;CHILD&quot;,&quot;parentId&quot;:&quot;1a25f76a-e4a5-4c02-9328-b65dc9f680f7&quot;,&quot;order&quot;:&quot;2&quot;}},&quot;d7f28991-8cbc-473f-8281-e3faf4acb50d&quot;:{&quot;type&quot;:&quot;FIGURE_OBJECT&quot;,&quot;id&quot;:&quot;d7f28991-8cbc-473f-8281-e3faf4acb50d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rgb(0,0,0)&quot;,&quot;fontWeight&quot;:&quot;bold&quot;,&quot;fontStyle&quot;:&quot;normal&quot;,&quot;decoration&quot;:&quot;none&quot;,&quot;script&quot;:&quot;none&quot;},&quot;range&quot;:[0,20]}],&quot;text&quot;:&quot;Visual Representation&quot;}],&quot;verticalAlign&quot;:&quot;TOP&quot;,&quot;_lastCaretLocation&quot;:{&quot;lineIndex&quot;:0,&quot;runIndex&quot;:0,&quot;charIndex&quot;:7}},&quot;size&quot;:{&quot;x&quot;:145.36000061035156,&quot;y&quot;:40},&quot;targetSize&quot;:{&quot;x&quot;:131.5210196690601,&quot;y&quot;:2},&quot;format&quot;:&quot;BETTER_TEXT&quot;,&quot;verticalAlign&quot;:&quot;TOP&quot;},&quot;parent&quot;:{&quot;type&quot;:&quot;CHILD&quot;,&quot;parentId&quot;:&quot;0fe2c8a2-4ba9-400e-ab55-bd90f14f6274&quot;,&quot;order&quot;:&quot;5&quot;}},&quot;84f2a5bc-b559-497b-887b-dd4e7df16aac&quot;:{&quot;type&quot;:&quot;FIGURE_OBJECT&quot;,&quot;id&quot;:&quot;84f2a5bc-b559-497b-887b-dd4e7df16aac&quot;,&quot;parent&quot;:{&quot;type&quot;:&quot;CHILD&quot;,&quot;parentId&quot;:&quot;1a25f76a-e4a5-4c02-9328-b65dc9f680f7&quot;,&quot;order&quot;:&quot;7&quot;},&quot;relativeTransform&quot;:{}},&quot;a0316285-6654-410a-9cc3-cd79b1eddf27&quot;:{&quot;type&quot;:&quot;FIGURE_OBJECT&quot;,&quot;id&quot;:&quot;a0316285-6654-410a-9cc3-cd79b1eddf27&quot;,&quot;parent&quot;:{&quot;type&quot;:&quot;CHILD&quot;,&quot;parentId&quot;:&quot;84f2a5bc-b559-497b-887b-dd4e7df16aac&quot;,&quot;order&quot;:&quot;1&quot;},&quot;relativeTransform&quot;:{&quot;translate&quot;:{&quot;x&quot;:43.7639640887186,&quot;y&quot;:516.6118232536476},&quot;rotate&quot;:0,&quot;skewX&quot;:0,&quot;scale&quot;:{&quot;x&quot;:1,&quot;y&quot;:1}}},&quot;fbcb9d0e-f1fd-4558-b7ad-55f84ee1a5c6&quot;:{&quot;type&quot;:&quot;FIGURE_OBJECT&quot;,&quot;id&quot;:&quot;fbcb9d0e-f1fd-4558-b7ad-55f84ee1a5c6&quot;,&quot;parent&quot;:{&quot;type&quot;:&quot;CHILD&quot;,&quot;parentId&quot;:&quot;a0316285-6654-410a-9cc3-cd79b1eddf27&quot;,&quot;order&quot;:&quot;05&quot;},&quot;relativeTransform&quot;:{&quot;translate&quot;:{&quot;x&quot;:0,&quot;y&quot;:0},&quot;rotate&quot;:0}},&quot;f675245e-6857-48f8-a01f-c6cc05faafd7&quot;:{&quot;type&quot;:&quot;FIGURE_OBJECT&quot;,&quot;id&quot;:&quot;f675245e-6857-48f8-a01f-c6cc05faafd7&quot;,&quot;parent&quot;:{&quot;type&quot;:&quot;CHILD&quot;,&quot;parentId&quot;:&quot;fbcb9d0e-f1fd-4558-b7ad-55f84ee1a5c6&quot;,&quot;order&quot;:&quot;1&quot;},&quot;relativeTransform&quot;:{&quot;translate&quot;:{&quot;x&quot;:304.9450201186238,&quot;y&quot;:-9.270103775073844},&quot;rotate&quot;:0}},&quot;338c25c2-8ae4-44ac-904e-3126a312d095&quot;:{&quot;id&quot;:&quot;338c25c2-8ae4-44ac-904e-3126a312d095&quot;,&quot;name&quot;:&quot;image.png&quot;,&quot;type&quot;:&quot;FIGURE_OBJECT&quot;,&quot;relativeTransform&quot;:{&quot;translate&quot;:{&quot;x&quot;:-291.1711054283376,&quot;y&quot;:-107.52063693499494},&quot;rotate&quot;:0,&quot;skewX&quot;:0,&quot;scale&quot;:{&quot;x&quot;:0.45572445370433307,&quot;y&quot;:0.4736379502347579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f675245e-6857-48f8-a01f-c6cc05faafd7&quot;,&quot;order&quot;:&quot;5&quot;},&quot;styles&quot;:{&quot;editable&quot;:[{&quot;styleName&quot;:&quot;MONOCHROME_COLOR&quot;,&quot;index&quot;:0,&quot;color&quot;:&quot;#BBBBBC&quot;}]}},&quot;653b7017-7f7a-4552-81ff-91b32fa7df98&quot;:{&quot;type&quot;:&quot;FIGURE_OBJECT&quot;,&quot;id&quot;:&quot;653b7017-7f7a-4552-81ff-91b32fa7df98&quot;,&quot;parent&quot;:{&quot;type&quot;:&quot;CROP&quot;,&quot;parentId&quot;:&quot;f675245e-6857-48f8-a01f-c6cc05faafd7&quot;,&quot;order&quot;:&quot;5&quot;},&quot;relativeTransform&quot;:{&quot;translate&quot;:{&quot;x&quot;:-291.1711054283376,&quot;y&quot;:-107.52063693499494},&quot;rotate&quot;:0,&quot;skewX&quot;:0,&quot;scale&quot;:{&quot;x&quot;:60.91366460404451,&quot;y&quot;:63.3080428531607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26a6d008-2759-4539-8745-bd46a62febef&quot;:{&quot;type&quot;:&quot;FIGURE_OBJECT&quot;,&quot;id&quot;:&quot;26a6d008-2759-4539-8745-bd46a62febef&quot;,&quot;relativeTransform&quot;:{&quot;translate&quot;:{&quot;x&quot;:26.808229538951835,&quot;y&quot;:-124.63459698194632},&quot;rotate&quot;:0},&quot;opacity&quot;:1,&quot;path&quot;:{&quot;type&quot;:&quot;POLY_LINE&quot;,&quot;points&quot;:[{&quot;x&quot;:-48.80155742488115,&quot;y&quot;:-20.71491373519136},{&quot;x&quot;:33.982317000818,&quot;y&quot;:14.334302835914379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fbcb9d0e-f1fd-4558-b7ad-55f84ee1a5c6&quot;,&quot;order&quot;:&quot;2&quot;},&quot;connectorInfo&quot;:{&quot;type&quot;:&quot;LINE&quot;,&quot;offset&quot;:{&quot;x&quot;:0,&quot;y&quot;:0},&quot;bending&quot;:0.1,&quot;customized&quot;:false}},&quot;eae514dc-be99-4a45-a033-e3ebf4a45043&quot;:{&quot;type&quot;:&quot;FIGURE_OBJECT&quot;,&quot;id&quot;:&quot;eae514dc-be99-4a45-a033-e3ebf4a45043&quot;,&quot;relativeTransform&quot;:{&quot;translate&quot;:{&quot;x&quot;:14.363440101023226,&quot;y&quot;:-91.45542099357837},&quot;rotate&quot;:0},&quot;opacity&quot;:1,&quot;path&quot;:{&quot;type&quot;:&quot;POLY_LINE&quot;,&quot;points&quot;:[{&quot;x&quot;:-45.689439747121114,&quot;y&quot;:-20.971743293472766},{&quot;x&quot;:37.85894993406817,&quot;y&quot;:4.253740176211934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fbcb9d0e-f1fd-4558-b7ad-55f84ee1a5c6&quot;,&quot;order&quot;:&quot;5&quot;},&quot;connectorInfo&quot;:{&quot;type&quot;:&quot;LINE&quot;,&quot;offset&quot;:{&quot;x&quot;:0,&quot;y&quot;:0},&quot;bending&quot;:0.1,&quot;customized&quot;:false}},&quot;45f12b62-e359-4676-acde-0028eed047e9&quot;:{&quot;type&quot;:&quot;FIGURE_OBJECT&quot;,&quot;id&quot;:&quot;45f12b62-e359-4676-acde-0028eed047e9&quot;,&quot;relativeTransform&quot;:{&quot;translate&quot;:{&quot;x&quot;:57.09947819329567,&quot;y&quot;:-98.34017818400046},&quot;rotate&quot;:0.31578440987121326,&quot;skewX&quot;:0.02260660236869241},&quot;opacity&quot;:1,&quot;path&quot;:{&quot;type&quot;:&quot;ELLIPSE&quot;,&quot;size&quot;:{&quot;x&quot;:11.497434872328432,&quot;y&quot;:23.329743945997983}},&quot;isLocked&quot;:false,&quot;pathStyles&quot;:[{&quot;type&quot;:&quot;FILL&quot;,&quot;fillStyle&quot;:&quot;rgba(102, 55, 42, 1)&quot;},{&quot;type&quot;:&quot;STROKE&quot;,&quot;strokeStyle&quot;:&quot;rgba(102, 55, 42, 1)&quot;,&quot;lineWidth&quot;:1.8827153569340216,&quot;lineJoin&quot;:&quot;round&quot;}],&quot;parent&quot;:{&quot;type&quot;:&quot;CHILD&quot;,&quot;parentId&quot;:&quot;fbcb9d0e-f1fd-4558-b7ad-55f84ee1a5c6&quot;,&quot;order&quot;:&quot;6&quot;}},&quot;87e47737-706d-4a65-9405-8d317042eb0c&quot;:{&quot;type&quot;:&quot;FIGURE_OBJECT&quot;,&quot;id&quot;:&quot;87e47737-706d-4a65-9405-8d317042eb0c&quot;,&quot;relativeTransform&quot;:{&quot;translate&quot;:{&quot;x&quot;:16.699628842657344,&quot;y&quot;:-114.15384827348734},&quot;rotate&quot;:0},&quot;opacity&quot;:0.53,&quot;path&quot;:{&quot;type&quot;:&quot;POLY_LINE&quot;,&quot;points&quot;:[{&quot;x&quot;:-39.49609393483986,&quot;y&quot;:-31.477680436433136},{&quot;x&quot;:-47.91040407208105,&quot;y&quot;:1.8625948451155887},{&quot;x&quot;:-11.415376783423445,&quot;y&quot;:12.60193239933802},{&quot;x&quot;:5.029536977922019,&quot;y&quot;:17.7634393982983},{&quot;x&quot;:21.07387298749333,&quot;y&quot;:22.09229928465482},{&quot;x&quot;:33.361765504928734,&quot;y&quot;:26.46369662582463},{&quot;x&quot;:37.65321961805468,&quot;y&quot;:26.46369662582463},{&quot;x&quot;:38.20945617765293,&quot;y&quot;:25.00656417876802},{&quot;x&quot;:38.01243254185041,&quot;y&quot;:25.097069215267155},{&quot;x&quot;:45.635383269513476,&quot;y&quot;:3.8283665395662014},{&quot;x&quot;:16.9853673162424,&quot;y&quot;:-8.507480555257985}],&quot;closed&quot;:true},&quot;pathStyles&quot;:[{&quot;type&quot;:&quot;FILL&quot;,&quot;fillStyle&quot;:&quot;rgba(100, 54, 40, 1)&quot;},{&quot;type&quot;:&quot;STROKE&quot;,&quot;strokeStyle&quot;:&quot;rgba(0,0,0,0)&quot;,&quot;lineWidth&quot;:1.8827153569340218,&quot;lineJoin&quot;:&quot;round&quot;}],&quot;isLocked&quot;:false,&quot;parent&quot;:{&quot;type&quot;:&quot;CHILD&quot;,&quot;parentId&quot;:&quot;fbcb9d0e-f1fd-4558-b7ad-55f84ee1a5c6&quot;,&quot;order&quot;:&quot;7&quot;},&quot;connectorInfo&quot;:{&quot;type&quot;:&quot;ELBOW&quot;,&quot;offset&quot;:{&quot;x&quot;:0,&quot;y&quot;:0},&quot;bending&quot;:0.1,&quot;customized&quot;:true}},&quot;897f6804-c0e1-49ae-86e4-4465cb0a536d&quot;:{&quot;type&quot;:&quot;FIGURE_OBJECT&quot;,&quot;id&quot;:&quot;897f6804-c0e1-49ae-86e4-4465cb0a536d&quot;,&quot;relativeTransform&quot;:{&quot;translate&quot;:{&quot;x&quot;:17.933190790709737,&quot;y&quot;:-112.59488607490994},&quot;rotate&quot;:0},&quot;opacity&quot;:1,&quot;path&quot;:{&quot;type&quot;:&quot;ELLIPSE&quot;,&quot;size&quot;:{&quot;x&quot;:1.8137870319440643,&quot;y&quot;:2.585921863814722}},&quot;isLocked&quot;:false,&quot;pathStyles&quot;:[{&quot;type&quot;:&quot;FILL&quot;,&quot;fillStyle&quot;:&quot;#EEF4FB&quot;},{&quot;type&quot;:&quot;STROKE&quot;,&quot;strokeStyle&quot;:&quot;rgba(114,190,183,1)&quot;,&quot;lineWidth&quot;:1.8827153569340218,&quot;lineJoin&quot;:&quot;round&quot;}],&quot;parent&quot;:{&quot;type&quot;:&quot;CHILD&quot;,&quot;parentId&quot;:&quot;a0316285-6654-410a-9cc3-cd79b1eddf27&quot;,&quot;order&quot;:&quot;1&quot;}},&quot;5cbfd16e-944d-4785-a294-0e97d93b0188&quot;:{&quot;relativeTransform&quot;:{&quot;translate&quot;:{&quot;x&quot;:0,&quot;y&quot;:0},&quot;rotate&quot;:0},&quot;type&quot;:&quot;FIGURE_OBJECT&quot;,&quot;id&quot;:&quot;5cbfd16e-944d-4785-a294-0e97d93b0188&quot;,&quot;opacity&quot;:0.9,&quot;path&quot;:{&quot;type&quot;:&quot;POLY_LINE&quot;,&quot;points&quot;:[{&quot;x&quot;:17.900522381255165,&quot;y&quot;:-86.14190962874198},{&quot;x&quot;:17.900522381255165,&quot;y&quot;:-107.76577535405683}],&quot;closed&quot;:false},&quot;pathStyles&quot;:[{&quot;type&quot;:&quot;FILL&quot;,&quot;fillStyle&quot;:&quot;rgba(0,0,0,0)&quot;},{&quot;type&quot;:&quot;STROKE&quot;,&quot;strokeStyle&quot;:&quot;rgba(255,255,255,1)&quot;,&quot;lineWidth&quot;:1.8827153569340218,&quot;lineJoin&quot;:&quot;round&quot;,&quot;dashArray&quot;:[2]}],&quot;isLocked&quot;:false,&quot;parent&quot;:{&quot;type&quot;:&quot;CHILD&quot;,&quot;parentId&quot;:&quot;a0316285-6654-410a-9cc3-cd79b1eddf27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7e8e30fc-bc6b-44b2-b5f4-af344b1a46bd&quot;:{&quot;relativeTransform&quot;:{&quot;translate&quot;:{&quot;x&quot;:-315.67496053764467,&quot;y&quot;:-135.19534294622406},&quot;rotate&quot;:-3.030077293035203},&quot;type&quot;:&quot;FIGURE_OBJECT&quot;,&quot;id&quot;:&quot;7e8e30fc-bc6b-44b2-b5f4-af344b1a46bd&quot;,&quot;opacity&quot;:0.9,&quot;path&quot;:{&quot;type&quot;:&quot;POLY_LINE&quot;,&quot;points&quot;:[{&quot;x&quot;:-334.07379904098667,&quot;y&quot;:43.81655910993345},{&quot;x&quot;:-333.8849423649694,&quot;y&quot;:19.57405574468944}],&quot;closed&quot;:false},&quot;pathStyles&quot;:[{&quot;type&quot;:&quot;FILL&quot;,&quot;fillStyle&quot;:&quot;rgba(0,0,0,0)&quot;},{&quot;type&quot;:&quot;STROKE&quot;,&quot;strokeStyle&quot;:&quot;rgba(255,255,255,1)&quot;,&quot;lineWidth&quot;:1.8827153569340216,&quot;lineJoin&quot;:&quot;round&quot;,&quot;dashArray&quot;:[2]}],&quot;isLocked&quot;:false,&quot;parent&quot;:{&quot;type&quot;:&quot;CHILD&quot;,&quot;parentId&quot;:&quot;a0316285-6654-410a-9cc3-cd79b1eddf27&quot;,&quot;order&quot;:&quot;2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1ef92cb7-a963-4f2e-b757-d4c6b2420d87&quot;:{&quot;relativeTransform&quot;:{&quot;translate&quot;:{&quot;x&quot;:263.8195695254901,&quot;y&quot;:122.81351978562972},&quot;rotate&quot;:0.7997914139111888},&quot;type&quot;:&quot;FIGURE_OBJECT&quot;,&quot;id&quot;:&quot;1ef92cb7-a963-4f2e-b757-d4c6b2420d87&quot;,&quot;opacity&quot;:0.9,&quot;path&quot;:{&quot;type&quot;:&quot;POLY_LINE&quot;,&quot;points&quot;:[{&quot;x&quot;:-338.8480063389528,&quot;y&quot;:38.70654745221953},{&quot;x&quot;:-340.2537732778049,&quot;y&quot;:16.254240146691227}],&quot;closed&quot;:false},&quot;pathStyles&quot;:[{&quot;type&quot;:&quot;FILL&quot;,&quot;fillStyle&quot;:&quot;rgba(0,0,0,0)&quot;},{&quot;type&quot;:&quot;STROKE&quot;,&quot;strokeStyle&quot;:&quot;rgba(255,255,255,1)&quot;,&quot;lineWidth&quot;:1.9075032306765494,&quot;lineJoin&quot;:&quot;round&quot;,&quot;dashArray&quot;:[2]}],&quot;isLocked&quot;:false,&quot;parent&quot;:{&quot;type&quot;:&quot;CHILD&quot;,&quot;parentId&quot;:&quot;a0316285-6654-410a-9cc3-cd79b1eddf27&quot;,&quot;order&quot;:&quot;3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ab5362de-66d6-4287-ba05-fcf9ff6e0869&quot;:{&quot;relativeTransform&quot;:{&quot;translate&quot;:{&quot;x&quot;:-72.8947205596682,&quot;y&quot;:223.8086394826985},&quot;rotate&quot;:1.8713575773958304},&quot;type&quot;:&quot;FIGURE_OBJECT&quot;,&quot;id&quot;:&quot;ab5362de-66d6-4287-ba05-fcf9ff6e0869&quot;,&quot;opacity&quot;:0.9,&quot;path&quot;:{&quot;type&quot;:&quot;POLY_LINE&quot;,&quot;points&quot;:[{&quot;x&quot;:-347.0996186187187,&quot;y&quot;:39.71098673136204},{&quot;x&quot;:-347.47159092829077,&quot;y&quot;:16.212173167050477}],&quot;closed&quot;:false},&quot;pathStyles&quot;:[{&quot;type&quot;:&quot;FILL&quot;,&quot;fillStyle&quot;:&quot;rgba(0,0,0,0)&quot;},{&quot;type&quot;:&quot;STROKE&quot;,&quot;strokeStyle&quot;:&quot;rgba(255,255,255,1)&quot;,&quot;lineWidth&quot;:1.8827153569340218,&quot;lineJoin&quot;:&quot;round&quot;,&quot;dashArray&quot;:[2]}],&quot;isLocked&quot;:false,&quot;parent&quot;:{&quot;type&quot;:&quot;CHILD&quot;,&quot;parentId&quot;:&quot;a0316285-6654-410a-9cc3-cd79b1eddf27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de7ed4d5-661f-4000-81fa-e617320ac4e1&quot;:{&quot;relativeTransform&quot;:{&quot;translate&quot;:{&quot;x&quot;:-230.28809914698277,&quot;y&quot;:119.54886945429541},&quot;rotate&quot;:2.4170560683763984},&quot;type&quot;:&quot;FIGURE_OBJECT&quot;,&quot;id&quot;:&quot;de7ed4d5-661f-4000-81fa-e617320ac4e1&quot;,&quot;opacity&quot;:0.9,&quot;path&quot;:{&quot;type&quot;:&quot;POLY_LINE&quot;,&quot;points&quot;:[{&quot;x&quot;:-345.1534544651772,&quot;y&quot;:39.00265600093436},{&quot;x&quot;:-340.64667735963485,&quot;y&quot;:13.917215932105375}],&quot;closed&quot;:false},&quot;pathStyles&quot;:[{&quot;type&quot;:&quot;FILL&quot;,&quot;fillStyle&quot;:&quot;rgba(0,0,0,0)&quot;},{&quot;type&quot;:&quot;STROKE&quot;,&quot;strokeStyle&quot;:&quot;rgba(255,255,255,1)&quot;,&quot;lineWidth&quot;:1.8827153569340218,&quot;lineJoin&quot;:&quot;round&quot;,&quot;dashArray&quot;:[4]}],&quot;isLocked&quot;:false,&quot;parent&quot;:{&quot;type&quot;:&quot;CHILD&quot;,&quot;parentId&quot;:&quot;a0316285-6654-410a-9cc3-cd79b1eddf27&quot;,&quot;order&quot;:&quot;5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67bfc605-51ad-4936-8c50-b6dd04d455d0&quot;:{&quot;relativeTransform&quot;:{&quot;translate&quot;:{&quot;x&quot;:-205.158647917593,&quot;y&quot;:-370.43502744126425},&quot;rotate&quot;:-2.250172117657949},&quot;type&quot;:&quot;FIGURE_OBJECT&quot;,&quot;id&quot;:&quot;67bfc605-51ad-4936-8c50-b6dd04d455d0&quot;,&quot;opacity&quot;:0.9,&quot;path&quot;:{&quot;type&quot;:&quot;POLY_LINE&quot;,&quot;points&quot;:[{&quot;x&quot;:-340.62208127652104,&quot;y&quot;:35.355600445534435},{&quot;x&quot;:-340.5631910329,&quot;y&quot;:15.28930618405184}],&quot;closed&quot;:false},&quot;pathStyles&quot;:[{&quot;type&quot;:&quot;FILL&quot;,&quot;fillStyle&quot;:&quot;rgba(0,0,0,0)&quot;},{&quot;type&quot;:&quot;STROKE&quot;,&quot;strokeStyle&quot;:&quot;rgba(255,255,255,1)&quot;,&quot;lineWidth&quot;:1.8827153569340218,&quot;lineJoin&quot;:&quot;round&quot;,&quot;dashArray&quot;:[2]}],&quot;isLocked&quot;:false,&quot;parent&quot;:{&quot;type&quot;:&quot;CHILD&quot;,&quot;parentId&quot;:&quot;a0316285-6654-410a-9cc3-cd79b1eddf27&quot;,&quot;order&quot;:&quot;6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089e2338-ffd3-4b14-92b8-ef4c88639fbc&quot;:{&quot;relativeTransform&quot;:{&quot;translate&quot;:{&quot;x&quot;:0,&quot;y&quot;:0},&quot;rotate&quot;:0},&quot;type&quot;:&quot;FIGURE_OBJECT&quot;,&quot;id&quot;:&quot;089e2338-ffd3-4b14-92b8-ef4c88639fbc&quot;,&quot;opacity&quot;:0.9,&quot;path&quot;:{&quot;type&quot;:&quot;POLY_LINE&quot;,&quot;points&quot;:[{&quot;x&quot;:45.72354978414365,&quot;y&quot;:-103.24654334280841},{&quot;x&quot;:21.225056651179315,&quot;y&quot;:-111.84437264523831}],&quot;closed&quot;:false},&quot;pathStyles&quot;:[{&quot;type&quot;:&quot;FILL&quot;,&quot;fillStyle&quot;:&quot;rgba(0,0,0,0)&quot;},{&quot;type&quot;:&quot;STROKE&quot;,&quot;strokeStyle&quot;:&quot;rgba(255,255,255,1)&quot;,&quot;lineWidth&quot;:1.8827153569340218,&quot;lineJoin&quot;:&quot;round&quot;,&quot;dashArray&quot;:[2]}],&quot;isLocked&quot;:false,&quot;parent&quot;:{&quot;type&quot;:&quot;CHILD&quot;,&quot;parentId&quot;:&quot;a0316285-6654-410a-9cc3-cd79b1eddf27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e18f0332-870a-43b3-bcff-d353442425ac&quot;:{&quot;relativeTransform&quot;:{&quot;translate&quot;:{&quot;x&quot;:290.2729547519407,&quot;y&quot;:-314.2645586355121},&quot;rotate&quot;:-0.6060692939642072},&quot;type&quot;:&quot;FIGURE_OBJECT&quot;,&quot;id&quot;:&quot;e18f0332-870a-43b3-bcff-d353442425ac&quot;,&quot;opacity&quot;:0.9,&quot;path&quot;:{&quot;type&quot;:&quot;POLY_LINE&quot;,&quot;points&quot;:[{&quot;x&quot;:-341.78709632991206,&quot;y&quot;:38.960585522711305},{&quot;x&quot;:-339.17652968275104,&quot;y&quot;:14.915126862599289}],&quot;closed&quot;:false},&quot;pathStyles&quot;:[{&quot;type&quot;:&quot;FILL&quot;,&quot;fillStyle&quot;:&quot;rgba(0,0,0,0)&quot;},{&quot;type&quot;:&quot;STROKE&quot;,&quot;strokeStyle&quot;:&quot;rgba(255,255,255,1)&quot;,&quot;lineWidth&quot;:1.8827153569340216,&quot;lineJoin&quot;:&quot;round&quot;,&quot;dashArray&quot;:[2]}],&quot;isLocked&quot;:false,&quot;parent&quot;:{&quot;type&quot;:&quot;CHILD&quot;,&quot;parentId&quot;:&quot;a0316285-6654-410a-9cc3-cd79b1eddf27&quot;,&quot;order&quot;:&quot;7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72a97c10-3711-4263-b8b0-5f65536507be&quot;:{&quot;type&quot;:&quot;FIGURE_OBJECT&quot;,&quot;id&quot;:&quot;72a97c10-3711-4263-b8b0-5f65536507be&quot;,&quot;relativeTransform&quot;:{&quot;translate&quot;:{&quot;x&quot;:-26.594390394286282,&quot;y&quot;:-129.1268608589287},&quot;rotate&quot;:0.31578440987121326,&quot;skewX&quot;:0.022606602368692597},&quot;opacity&quot;:1,&quot;path&quot;:{&quot;type&quot;:&quot;ELLIPSE&quot;,&quot;size&quot;:{&quot;x&quot;:17.763000371462805,&quot;y&quot;:32.67043590148488}},&quot;isLocked&quot;:false,&quot;pathStyles&quot;:[{&quot;type&quot;:&quot;FILL&quot;,&quot;fillStyle&quot;:&quot;rgba(102, 55, 42, 1)&quot;},{&quot;type&quot;:&quot;STROKE&quot;,&quot;strokeStyle&quot;:&quot;rgba(102, 55, 42, 1)&quot;,&quot;lineWidth&quot;:2.654255048443799,&quot;lineJoin&quot;:&quot;round&quot;}],&quot;parent&quot;:{&quot;type&quot;:&quot;CHILD&quot;,&quot;parentId&quot;:&quot;a0316285-6654-410a-9cc3-cd79b1eddf27&quot;,&quot;order&quot;:&quot;8&quot;}},&quot;0543f258-68a0-4535-9fcd-6f8545da3067&quot;:{&quot;type&quot;:&quot;FIGURE_OBJECT&quot;,&quot;id&quot;:&quot;0543f258-68a0-4535-9fcd-6f8545da3067&quot;,&quot;parent&quot;:{&quot;type&quot;:&quot;CHILD&quot;,&quot;parentId&quot;:&quot;84f2a5bc-b559-497b-887b-dd4e7df16aac&quot;,&quot;order&quot;:&quot;2&quot;},&quot;relativeTransform&quot;:{&quot;translate&quot;:{&quot;x&quot;:45.600231743612255,&quot;y&quot;:555.9018998577209},&quot;rotate&quot;:0,&quot;skewX&quot;:0,&quot;scale&quot;:{&quot;x&quot;:1,&quot;y&quot;:1}}},&quot;63c57801-4162-42cb-8bdf-72832345460e&quot;:{&quot;type&quot;:&quot;FIGURE_OBJECT&quot;,&quot;id&quot;:&quot;63c57801-4162-42cb-8bdf-72832345460e&quot;,&quot;parent&quot;:{&quot;type&quot;:&quot;CHILD&quot;,&quot;parentId&quot;:&quot;0543f258-68a0-4535-9fcd-6f8545da3067&quot;,&quot;order&quot;:&quot;05&quot;},&quot;relativeTransform&quot;:{&quot;translate&quot;:{&quot;x&quot;:-1.8358125613094196,&quot;y&quot;:180.5707288638076},&quot;rotate&quot;:0}},&quot;60430c5d-7d06-417c-b71e-33ae331564eb&quot;:{&quot;type&quot;:&quot;FIGURE_OBJECT&quot;,&quot;id&quot;:&quot;60430c5d-7d06-417c-b71e-33ae331564eb&quot;,&quot;parent&quot;:{&quot;type&quot;:&quot;CHILD&quot;,&quot;parentId&quot;:&quot;63c57801-4162-42cb-8bdf-72832345460e&quot;,&quot;order&quot;:&quot;1&quot;},&quot;relativeTransform&quot;:{&quot;translate&quot;:{&quot;x&quot;:304.9450201186238,&quot;y&quot;:-9.270103775073844},&quot;rotate&quot;:0}},&quot;82cba8e4-4f50-487d-8351-4df98f2ab5bf&quot;:{&quot;id&quot;:&quot;82cba8e4-4f50-487d-8351-4df98f2ab5bf&quot;,&quot;name&quot;:&quot;image.png&quot;,&quot;type&quot;:&quot;FIGURE_OBJECT&quot;,&quot;relativeTransform&quot;:{&quot;translate&quot;:{&quot;x&quot;:-291.1711054283376,&quot;y&quot;:-107.52063693499494},&quot;rotate&quot;:0,&quot;skewX&quot;:0,&quot;scale&quot;:{&quot;x&quot;:0.45572445370433307,&quot;y&quot;:0.4736379502347579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60430c5d-7d06-417c-b71e-33ae331564eb&quot;,&quot;order&quot;:&quot;5&quot;},&quot;styles&quot;:{&quot;editable&quot;:[{&quot;styleName&quot;:&quot;MONOCHROME_COLOR&quot;,&quot;index&quot;:0,&quot;color&quot;:&quot;#BBBBBC&quot;}]}},&quot;6845391c-4a27-477b-84b8-5f7ac94ca809&quot;:{&quot;type&quot;:&quot;FIGURE_OBJECT&quot;,&quot;id&quot;:&quot;6845391c-4a27-477b-84b8-5f7ac94ca809&quot;,&quot;parent&quot;:{&quot;type&quot;:&quot;CROP&quot;,&quot;parentId&quot;:&quot;60430c5d-7d06-417c-b71e-33ae331564eb&quot;,&quot;order&quot;:&quot;5&quot;},&quot;relativeTransform&quot;:{&quot;translate&quot;:{&quot;x&quot;:-291.1711054283376,&quot;y&quot;:-107.52063693499494},&quot;rotate&quot;:0,&quot;skewX&quot;:0,&quot;scale&quot;:{&quot;x&quot;:60.91366460404451,&quot;y&quot;:63.3080428531607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1efa622e-31c6-4ade-916a-2a2cf6dcbd24&quot;:{&quot;type&quot;:&quot;FIGURE_OBJECT&quot;,&quot;id&quot;:&quot;1efa622e-31c6-4ade-916a-2a2cf6dcbd24&quot;,&quot;relativeTransform&quot;:{&quot;translate&quot;:{&quot;x&quot;:26.808229538951835,&quot;y&quot;:-124.63459698194632},&quot;rotate&quot;:0},&quot;opacity&quot;:1,&quot;path&quot;:{&quot;type&quot;:&quot;POLY_LINE&quot;,&quot;points&quot;:[{&quot;x&quot;:-48.80155742488115,&quot;y&quot;:-20.71491373519136},{&quot;x&quot;:33.982317000818,&quot;y&quot;:14.334302835914379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63c57801-4162-42cb-8bdf-72832345460e&quot;,&quot;order&quot;:&quot;2&quot;},&quot;connectorInfo&quot;:{&quot;type&quot;:&quot;LINE&quot;,&quot;offset&quot;:{&quot;x&quot;:0,&quot;y&quot;:0},&quot;bending&quot;:0.1,&quot;customized&quot;:false}},&quot;771f3c15-3cc8-4870-8df8-4b464121fdcb&quot;:{&quot;type&quot;:&quot;FIGURE_OBJECT&quot;,&quot;id&quot;:&quot;771f3c15-3cc8-4870-8df8-4b464121fdcb&quot;,&quot;relativeTransform&quot;:{&quot;translate&quot;:{&quot;x&quot;:14.363440101023226,&quot;y&quot;:-91.45542099357837},&quot;rotate&quot;:0},&quot;opacity&quot;:1,&quot;path&quot;:{&quot;type&quot;:&quot;POLY_LINE&quot;,&quot;points&quot;:[{&quot;x&quot;:-45.689439747121114,&quot;y&quot;:-20.971743293472766},{&quot;x&quot;:37.85894993406817,&quot;y&quot;:4.253740176211934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63c57801-4162-42cb-8bdf-72832345460e&quot;,&quot;order&quot;:&quot;5&quot;},&quot;connectorInfo&quot;:{&quot;type&quot;:&quot;LINE&quot;,&quot;offset&quot;:{&quot;x&quot;:0,&quot;y&quot;:0},&quot;bending&quot;:0.1,&quot;customized&quot;:false}},&quot;304c3ce6-8818-4f3d-8c2c-6f0d2f7c2152&quot;:{&quot;type&quot;:&quot;FIGURE_OBJECT&quot;,&quot;id&quot;:&quot;304c3ce6-8818-4f3d-8c2c-6f0d2f7c2152&quot;,&quot;relativeTransform&quot;:{&quot;translate&quot;:{&quot;x&quot;:57.09947819329567,&quot;y&quot;:-98.34017818400046},&quot;rotate&quot;:0.31578440987121326,&quot;skewX&quot;:0.02260660236869241},&quot;opacity&quot;:1,&quot;path&quot;:{&quot;type&quot;:&quot;ELLIPSE&quot;,&quot;size&quot;:{&quot;x&quot;:11.497434872328432,&quot;y&quot;:23.329743945997983}},&quot;isLocked&quot;:false,&quot;pathStyles&quot;:[{&quot;type&quot;:&quot;FILL&quot;,&quot;fillStyle&quot;:&quot;rgba(102, 55, 42, 1)&quot;},{&quot;type&quot;:&quot;STROKE&quot;,&quot;strokeStyle&quot;:&quot;rgba(102, 55, 42, 1)&quot;,&quot;lineWidth&quot;:1.8827153569340216,&quot;lineJoin&quot;:&quot;round&quot;}],&quot;parent&quot;:{&quot;type&quot;:&quot;CHILD&quot;,&quot;parentId&quot;:&quot;63c57801-4162-42cb-8bdf-72832345460e&quot;,&quot;order&quot;:&quot;6&quot;}},&quot;c6fcfc34-5b5b-4d46-9425-dd75f587ef3c&quot;:{&quot;type&quot;:&quot;FIGURE_OBJECT&quot;,&quot;id&quot;:&quot;c6fcfc34-5b5b-4d46-9425-dd75f587ef3c&quot;,&quot;relativeTransform&quot;:{&quot;translate&quot;:{&quot;x&quot;:16.699628842657344,&quot;y&quot;:-114.15384827348734},&quot;rotate&quot;:0},&quot;opacity&quot;:0.53,&quot;path&quot;:{&quot;type&quot;:&quot;POLY_LINE&quot;,&quot;points&quot;:[{&quot;x&quot;:-39.49609393483986,&quot;y&quot;:-31.477680436433136},{&quot;x&quot;:-47.91040407208105,&quot;y&quot;:1.8625948451155887},{&quot;x&quot;:-11.415376783423445,&quot;y&quot;:12.60193239933802},{&quot;x&quot;:5.029536977922019,&quot;y&quot;:17.7634393982983},{&quot;x&quot;:21.07387298749333,&quot;y&quot;:22.09229928465482},{&quot;x&quot;:33.361765504928734,&quot;y&quot;:26.46369662582463},{&quot;x&quot;:37.65321961805468,&quot;y&quot;:26.46369662582463},{&quot;x&quot;:38.20945617765293,&quot;y&quot;:25.00656417876802},{&quot;x&quot;:38.01243254185041,&quot;y&quot;:25.097069215267155},{&quot;x&quot;:45.635383269513476,&quot;y&quot;:3.8283665395662014},{&quot;x&quot;:16.9853673162424,&quot;y&quot;:-8.507480555257985}],&quot;closed&quot;:true},&quot;pathStyles&quot;:[{&quot;type&quot;:&quot;FILL&quot;,&quot;fillStyle&quot;:&quot;rgba(100, 54, 40, 1)&quot;},{&quot;type&quot;:&quot;STROKE&quot;,&quot;strokeStyle&quot;:&quot;rgba(0,0,0,0)&quot;,&quot;lineWidth&quot;:1.8827153569340218,&quot;lineJoin&quot;:&quot;round&quot;}],&quot;isLocked&quot;:false,&quot;parent&quot;:{&quot;type&quot;:&quot;CHILD&quot;,&quot;parentId&quot;:&quot;63c57801-4162-42cb-8bdf-72832345460e&quot;,&quot;order&quot;:&quot;7&quot;},&quot;connectorInfo&quot;:{&quot;type&quot;:&quot;ELBOW&quot;,&quot;offset&quot;:{&quot;x&quot;:0,&quot;y&quot;:0},&quot;bending&quot;:0.1,&quot;customized&quot;:true}},&quot;c3262c7f-bc0c-4561-af65-317579c42054&quot;:{&quot;type&quot;:&quot;FIGURE_OBJECT&quot;,&quot;id&quot;:&quot;c3262c7f-bc0c-4561-af65-317579c42054&quot;,&quot;relativeTransform&quot;:{&quot;translate&quot;:{&quot;x&quot;:16.09737822940032,&quot;y&quot;:67.97584278889762},&quot;rotate&quot;:0},&quot;opacity&quot;:1,&quot;path&quot;:{&quot;type&quot;:&quot;ELLIPSE&quot;,&quot;size&quot;:{&quot;x&quot;:1.8137870319440643,&quot;y&quot;:2.585921863814722}},&quot;isLocked&quot;:false,&quot;pathStyles&quot;:[{&quot;type&quot;:&quot;FILL&quot;,&quot;fillStyle&quot;:&quot;#EEF4FB&quot;},{&quot;type&quot;:&quot;STROKE&quot;,&quot;strokeStyle&quot;:&quot;rgba(114,190,183,1)&quot;,&quot;lineWidth&quot;:1.8827153569340218,&quot;lineJoin&quot;:&quot;round&quot;}],&quot;parent&quot;:{&quot;type&quot;:&quot;CHILD&quot;,&quot;parentId&quot;:&quot;0543f258-68a0-4535-9fcd-6f8545da3067&quot;,&quot;order&quot;:&quot;1&quot;}},&quot;10ff9a09-91cd-41a0-932e-c1717fbe7efb&quot;:{&quot;relativeTransform&quot;:{&quot;translate&quot;:{&quot;x&quot;:-1.8358125613094196,&quot;y&quot;:180.5707288638076},&quot;rotate&quot;:0},&quot;type&quot;:&quot;FIGURE_OBJECT&quot;,&quot;id&quot;:&quot;10ff9a09-91cd-41a0-932e-c1717fbe7efb&quot;,&quot;opacity&quot;:0.9,&quot;path&quot;:{&quot;type&quot;:&quot;POLY_LINE&quot;,&quot;points&quot;:[{&quot;x&quot;:57.51598977589795,&quot;y&quot;:-80.02715788668463},{&quot;x&quot;:17.900522381255165,&quot;y&quot;:-107.76577535405683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0543f258-68a0-4535-9fcd-6f8545da3067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4e146b0c-607f-4880-9b16-a4250fe4190e&quot;:{&quot;relativeTransform&quot;:{&quot;translate&quot;:{&quot;x&quot;:-317.51077309895413,&quot;y&quot;:45.37538591758352},&quot;rotate&quot;:-3.030077293035203},&quot;type&quot;:&quot;FIGURE_OBJECT&quot;,&quot;id&quot;:&quot;4e146b0c-607f-4880-9b16-a4250fe4190e&quot;,&quot;opacity&quot;:0.9,&quot;path&quot;:{&quot;type&quot;:&quot;POLY_LINE&quot;,&quot;points&quot;:[{&quot;x&quot;:-296.37947237366575,&quot;y&quot;:59.69525325808591},{&quot;x&quot;:-333.8849423649694,&quot;y&quot;:19.57405574468947}],&quot;closed&quot;:false},&quot;pathStyles&quot;:[{&quot;type&quot;:&quot;FILL&quot;,&quot;fillStyle&quot;:&quot;rgba(0,0,0,0)&quot;},{&quot;type&quot;:&quot;STROKE&quot;,&quot;strokeStyle&quot;:&quot;#FFFFFF&quot;,&quot;lineWidth&quot;:1.8827153569340216,&quot;lineJoin&quot;:&quot;round&quot;,&quot;dashArray&quot;:[2]}],&quot;isLocked&quot;:false,&quot;parent&quot;:{&quot;type&quot;:&quot;CHILD&quot;,&quot;parentId&quot;:&quot;0543f258-68a0-4535-9fcd-6f8545da3067&quot;,&quot;order&quot;:&quot;2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2702ad71-c484-4dae-bc16-daf5b1db109c&quot;:{&quot;relativeTransform&quot;:{&quot;translate&quot;:{&quot;x&quot;:261.98375696418066,&quot;y&quot;:303.3842486494374},&quot;rotate&quot;:0.7997914139111888},&quot;type&quot;:&quot;FIGURE_OBJECT&quot;,&quot;id&quot;:&quot;2702ad71-c484-4dae-bc16-daf5b1db109c&quot;,&quot;opacity&quot;:0.9,&quot;path&quot;:{&quot;type&quot;:&quot;POLY_LINE&quot;,&quot;points&quot;:[{&quot;x&quot;:-358.56581868075165,&quot;y&quot;:57.8303292581502},{&quot;x&quot;:-340.2537732778049,&quot;y&quot;:16.254240146691227}],&quot;closed&quot;:false},&quot;pathStyles&quot;:[{&quot;type&quot;:&quot;FILL&quot;,&quot;fillStyle&quot;:&quot;rgba(0,0,0,0)&quot;},{&quot;type&quot;:&quot;STROKE&quot;,&quot;strokeStyle&quot;:&quot;#FFFFFF&quot;,&quot;lineWidth&quot;:1.9075032306765494,&quot;lineJoin&quot;:&quot;round&quot;,&quot;dashArray&quot;:[2]}],&quot;isLocked&quot;:false,&quot;parent&quot;:{&quot;type&quot;:&quot;CHILD&quot;,&quot;parentId&quot;:&quot;0543f258-68a0-4535-9fcd-6f8545da3067&quot;,&quot;order&quot;:&quot;3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098dba55-2e88-45d7-bc02-f2e613cef4b7&quot;:{&quot;relativeTransform&quot;:{&quot;translate&quot;:{&quot;x&quot;:-74.73053312097763,&quot;y&quot;:404.37936834650606},&quot;rotate&quot;:1.8713575773958304},&quot;type&quot;:&quot;FIGURE_OBJECT&quot;,&quot;id&quot;:&quot;098dba55-2e88-45d7-bc02-f2e613cef4b7&quot;,&quot;opacity&quot;:0.9,&quot;path&quot;:{&quot;type&quot;:&quot;POLY_LINE&quot;,&quot;points&quot;:[{&quot;x&quot;:-332.5735370669307,&quot;y&quot;:56.972590964948736},{&quot;x&quot;:-347.47159092829077,&quot;y&quot;:16.212173167050477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0543f258-68a0-4535-9fcd-6f8545da3067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e5366aa4-bffa-4fab-90d9-10887864c78e&quot;:{&quot;relativeTransform&quot;:{&quot;translate&quot;:{&quot;x&quot;:-232.12391170829216,&quot;y&quot;:300.119598318103},&quot;rotate&quot;:2.4170560683763984},&quot;type&quot;:&quot;FIGURE_OBJECT&quot;,&quot;id&quot;:&quot;e5366aa4-bffa-4fab-90d9-10887864c78e&quot;,&quot;opacity&quot;:0.9,&quot;path&quot;:{&quot;type&quot;:&quot;POLY_LINE&quot;,&quot;points&quot;:[{&quot;x&quot;:-333.19925399196734,&quot;y&quot;:57.749629584333626},{&quot;x&quot;:-340.64667735963485,&quot;y&quot;:13.917215932105375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0543f258-68a0-4535-9fcd-6f8545da3067&quot;,&quot;order&quot;:&quot;5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83a0570c-d5e7-4d95-8b07-d779984ed137&quot;:{&quot;relativeTransform&quot;:{&quot;translate&quot;:{&quot;x&quot;:-206.9944604789024,&quot;y&quot;:-189.86429857745668},&quot;rotate&quot;:-2.250172117657949},&quot;type&quot;:&quot;FIGURE_OBJECT&quot;,&quot;id&quot;:&quot;83a0570c-d5e7-4d95-8b07-d779984ed137&quot;,&quot;opacity&quot;:0.9,&quot;path&quot;:{&quot;type&quot;:&quot;POLY_LINE&quot;,&quot;points&quot;:[{&quot;x&quot;:-370.23349438409986,&quot;y&quot;:52.02682445341844},{&quot;x&quot;:-341.30251867924363,&quot;y&quot;:16.20473541283653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0543f258-68a0-4535-9fcd-6f8545da3067&quot;,&quot;order&quot;:&quot;6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e0d477d2-0ac3-4b19-a1aa-028866c24664&quot;:{&quot;relativeTransform&quot;:{&quot;translate&quot;:{&quot;x&quot;:-1.8358125613094196,&quot;y&quot;:180.5707288638076},&quot;rotate&quot;:0},&quot;type&quot;:&quot;FIGURE_OBJECT&quot;,&quot;id&quot;:&quot;e0d477d2-0ac3-4b19-a1aa-028866c24664&quot;,&quot;opacity&quot;:0.9,&quot;path&quot;:{&quot;type&quot;:&quot;POLY_LINE&quot;,&quot;points&quot;:[{&quot;x&quot;:56.11770707085683,&quot;y&quot;:-108.74981991066002},{&quot;x&quot;:21.225056651179315,&quot;y&quot;:-111.84437264523831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0543f258-68a0-4535-9fcd-6f8545da3067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26fb6993-0c96-43a5-8da4-1399b48b5a9b&quot;:{&quot;relativeTransform&quot;:{&quot;translate&quot;:{&quot;x&quot;:288.86828400736914,&quot;y&quot;:-134.50913003637592},&quot;rotate&quot;:-0.6060692939642072},&quot;type&quot;:&quot;FIGURE_OBJECT&quot;,&quot;id&quot;:&quot;26fb6993-0c96-43a5-8da4-1399b48b5a9b&quot;,&quot;opacity&quot;:0.9,&quot;path&quot;:{&quot;type&quot;:&quot;POLY_LINE&quot;,&quot;points&quot;:[{&quot;x&quot;:-325.40345591051806,&quot;y&quot;:47.33989168661358},{&quot;x&quot;:-339.17652968275104,&quot;y&quot;:14.915126862599289}],&quot;closed&quot;:false},&quot;pathStyles&quot;:[{&quot;type&quot;:&quot;FILL&quot;,&quot;fillStyle&quot;:&quot;rgba(0,0,0,0)&quot;},{&quot;type&quot;:&quot;STROKE&quot;,&quot;strokeStyle&quot;:&quot;#FFFFFF&quot;,&quot;lineWidth&quot;:1.8827153569340216,&quot;lineJoin&quot;:&quot;round&quot;,&quot;dashArray&quot;:[2]}],&quot;isLocked&quot;:false,&quot;parent&quot;:{&quot;type&quot;:&quot;CHILD&quot;,&quot;parentId&quot;:&quot;0543f258-68a0-4535-9fcd-6f8545da3067&quot;,&quot;order&quot;:&quot;7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e60f2bfa-8650-4642-945e-9e2ab73e1b5c&quot;:{&quot;type&quot;:&quot;FIGURE_OBJECT&quot;,&quot;id&quot;:&quot;e60f2bfa-8650-4642-945e-9e2ab73e1b5c&quot;,&quot;relativeTransform&quot;:{&quot;translate&quot;:{&quot;x&quot;:-27.939660985199637,&quot;y&quot;:51.216274279324665},&quot;rotate&quot;:0.31578440987121326,&quot;skewX&quot;:0.022606602368692597},&quot;opacity&quot;:1,&quot;path&quot;:{&quot;type&quot;:&quot;ELLIPSE&quot;,&quot;size&quot;:{&quot;x&quot;:17.763000371462805,&quot;y&quot;:32.67043590148488}},&quot;isLocked&quot;:false,&quot;pathStyles&quot;:[{&quot;type&quot;:&quot;FILL&quot;,&quot;fillStyle&quot;:&quot;rgba(102, 55, 42, 1)&quot;},{&quot;type&quot;:&quot;STROKE&quot;,&quot;strokeStyle&quot;:&quot;rgba(102, 55, 42, 1)&quot;,&quot;lineWidth&quot;:2.654255048443799,&quot;lineJoin&quot;:&quot;round&quot;}],&quot;parent&quot;:{&quot;type&quot;:&quot;CHILD&quot;,&quot;parentId&quot;:&quot;0543f258-68a0-4535-9fcd-6f8545da3067&quot;,&quot;order&quot;:&quot;8&quot;}},&quot;130bfc0f-5030-44f0-bfdf-dc9fde73be6b&quot;:{&quot;type&quot;:&quot;FIGURE_OBJECT&quot;,&quot;id&quot;:&quot;130bfc0f-5030-44f0-bfdf-dc9fde73be6b&quot;,&quot;parent&quot;:{&quot;type&quot;:&quot;CHILD&quot;,&quot;parentId&quot;:&quot;84f2a5bc-b559-497b-887b-dd4e7df16aac&quot;,&quot;order&quot;:&quot;5&quot;},&quot;relativeTransform&quot;:{&quot;translate&quot;:{&quot;x&quot;:37.06204315669093,&quot;y&quot;:593.6680625948322},&quot;rotate&quot;:0,&quot;skewX&quot;:0,&quot;scale&quot;:{&quot;x&quot;:1,&quot;y&quot;:1}}},&quot;4b9df546-ff2b-499d-ace5-fd8c12e8e1bb&quot;:{&quot;type&quot;:&quot;FIGURE_OBJECT&quot;,&quot;id&quot;:&quot;4b9df546-ff2b-499d-ace5-fd8c12e8e1bb&quot;,&quot;parent&quot;:{&quot;type&quot;:&quot;CHILD&quot;,&quot;parentId&quot;:&quot;130bfc0f-5030-44f0-bfdf-dc9fde73be6b&quot;,&quot;order&quot;:&quot;05&quot;},&quot;relativeTransform&quot;:{&quot;translate&quot;:{&quot;x&quot;:6.701593841447875,&quot;y&quot;:276.1603168485076},&quot;rotate&quot;:0}},&quot;a15ff5f8-21f8-4b33-9561-a024f184ae4b&quot;:{&quot;type&quot;:&quot;FIGURE_OBJECT&quot;,&quot;id&quot;:&quot;a15ff5f8-21f8-4b33-9561-a024f184ae4b&quot;,&quot;parent&quot;:{&quot;type&quot;:&quot;CHILD&quot;,&quot;parentId&quot;:&quot;4b9df546-ff2b-499d-ace5-fd8c12e8e1bb&quot;,&quot;order&quot;:&quot;1&quot;},&quot;relativeTransform&quot;:{&quot;translate&quot;:{&quot;x&quot;:304.9450201186238,&quot;y&quot;:-9.270103775073844},&quot;rotate&quot;:0}},&quot;9110572b-b16a-4383-9f78-cbbe0003bd37&quot;:{&quot;id&quot;:&quot;9110572b-b16a-4383-9f78-cbbe0003bd37&quot;,&quot;name&quot;:&quot;image.png&quot;,&quot;type&quot;:&quot;FIGURE_OBJECT&quot;,&quot;relativeTransform&quot;:{&quot;translate&quot;:{&quot;x&quot;:-291.1711054283376,&quot;y&quot;:-107.52063693499494},&quot;rotate&quot;:0,&quot;skewX&quot;:0,&quot;scale&quot;:{&quot;x&quot;:0.45572445370433307,&quot;y&quot;:0.4736379502347579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a15ff5f8-21f8-4b33-9561-a024f184ae4b&quot;,&quot;order&quot;:&quot;5&quot;},&quot;styles&quot;:{&quot;editable&quot;:[{&quot;styleName&quot;:&quot;MONOCHROME_COLOR&quot;,&quot;index&quot;:0,&quot;color&quot;:&quot;#BBBBBC&quot;}]}},&quot;2f87af56-7803-4bc2-b919-1446f9a6e79a&quot;:{&quot;type&quot;:&quot;FIGURE_OBJECT&quot;,&quot;id&quot;:&quot;2f87af56-7803-4bc2-b919-1446f9a6e79a&quot;,&quot;parent&quot;:{&quot;type&quot;:&quot;CROP&quot;,&quot;parentId&quot;:&quot;a15ff5f8-21f8-4b33-9561-a024f184ae4b&quot;,&quot;order&quot;:&quot;5&quot;},&quot;relativeTransform&quot;:{&quot;translate&quot;:{&quot;x&quot;:-291.1711054283376,&quot;y&quot;:-107.52063693499494},&quot;rotate&quot;:0,&quot;skewX&quot;:0,&quot;scale&quot;:{&quot;x&quot;:60.91366460404451,&quot;y&quot;:63.3080428531607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172355c3-29cb-47ca-b213-ec6c32545bf6&quot;:{&quot;type&quot;:&quot;FIGURE_OBJECT&quot;,&quot;id&quot;:&quot;172355c3-29cb-47ca-b213-ec6c32545bf6&quot;,&quot;relativeTransform&quot;:{&quot;translate&quot;:{&quot;x&quot;:26.808229538951835,&quot;y&quot;:-124.63459698194632},&quot;rotate&quot;:0},&quot;opacity&quot;:1,&quot;path&quot;:{&quot;type&quot;:&quot;POLY_LINE&quot;,&quot;points&quot;:[{&quot;x&quot;:-48.80155742488115,&quot;y&quot;:-20.71491373519136},{&quot;x&quot;:33.982317000818,&quot;y&quot;:14.334302835914379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4b9df546-ff2b-499d-ace5-fd8c12e8e1bb&quot;,&quot;order&quot;:&quot;2&quot;},&quot;connectorInfo&quot;:{&quot;type&quot;:&quot;LINE&quot;,&quot;offset&quot;:{&quot;x&quot;:0,&quot;y&quot;:0},&quot;bending&quot;:0.1,&quot;customized&quot;:false}},&quot;05070638-4a27-4454-b877-8b52312f03d2&quot;:{&quot;type&quot;:&quot;FIGURE_OBJECT&quot;,&quot;id&quot;:&quot;05070638-4a27-4454-b877-8b52312f03d2&quot;,&quot;relativeTransform&quot;:{&quot;translate&quot;:{&quot;x&quot;:14.363440101023226,&quot;y&quot;:-91.45542099357837},&quot;rotate&quot;:0},&quot;opacity&quot;:1,&quot;path&quot;:{&quot;type&quot;:&quot;POLY_LINE&quot;,&quot;points&quot;:[{&quot;x&quot;:-45.689439747121114,&quot;y&quot;:-20.971743293472766},{&quot;x&quot;:37.85894993406817,&quot;y&quot;:4.253740176211934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4b9df546-ff2b-499d-ace5-fd8c12e8e1bb&quot;,&quot;order&quot;:&quot;5&quot;},&quot;connectorInfo&quot;:{&quot;type&quot;:&quot;LINE&quot;,&quot;offset&quot;:{&quot;x&quot;:0,&quot;y&quot;:0},&quot;bending&quot;:0.1,&quot;customized&quot;:false}},&quot;7a1d12e0-7217-4cd5-a19f-47a2150d0e24&quot;:{&quot;type&quot;:&quot;FIGURE_OBJECT&quot;,&quot;id&quot;:&quot;7a1d12e0-7217-4cd5-a19f-47a2150d0e24&quot;,&quot;relativeTransform&quot;:{&quot;translate&quot;:{&quot;x&quot;:57.09947819329567,&quot;y&quot;:-98.34017818400046},&quot;rotate&quot;:0.31578440987121326,&quot;skewX&quot;:0.02260660236869241},&quot;opacity&quot;:1,&quot;path&quot;:{&quot;type&quot;:&quot;ELLIPSE&quot;,&quot;size&quot;:{&quot;x&quot;:11.497434872328432,&quot;y&quot;:23.329743945997983}},&quot;isLocked&quot;:false,&quot;pathStyles&quot;:[{&quot;type&quot;:&quot;FILL&quot;,&quot;fillStyle&quot;:&quot;rgba(102, 55, 42, 1)&quot;},{&quot;type&quot;:&quot;STROKE&quot;,&quot;strokeStyle&quot;:&quot;rgba(102, 55, 42, 1)&quot;,&quot;lineWidth&quot;:1.8827153569340216,&quot;lineJoin&quot;:&quot;round&quot;}],&quot;parent&quot;:{&quot;type&quot;:&quot;CHILD&quot;,&quot;parentId&quot;:&quot;4b9df546-ff2b-499d-ace5-fd8c12e8e1bb&quot;,&quot;order&quot;:&quot;6&quot;}},&quot;a043cc3b-345d-45a3-8b58-d4f4513cfae1&quot;:{&quot;type&quot;:&quot;FIGURE_OBJECT&quot;,&quot;id&quot;:&quot;a043cc3b-345d-45a3-8b58-d4f4513cfae1&quot;,&quot;relativeTransform&quot;:{&quot;translate&quot;:{&quot;x&quot;:16.699628842657344,&quot;y&quot;:-114.15384827348734},&quot;rotate&quot;:0},&quot;opacity&quot;:0.53,&quot;path&quot;:{&quot;type&quot;:&quot;POLY_LINE&quot;,&quot;points&quot;:[{&quot;x&quot;:-39.49609393483986,&quot;y&quot;:-31.477680436433136},{&quot;x&quot;:-47.91040407208105,&quot;y&quot;:1.8625948451155887},{&quot;x&quot;:-11.415376783423445,&quot;y&quot;:12.60193239933802},{&quot;x&quot;:5.029536977922019,&quot;y&quot;:17.7634393982983},{&quot;x&quot;:21.07387298749333,&quot;y&quot;:22.09229928465482},{&quot;x&quot;:33.361765504928734,&quot;y&quot;:26.46369662582463},{&quot;x&quot;:37.65321961805468,&quot;y&quot;:26.46369662582463},{&quot;x&quot;:38.20945617765293,&quot;y&quot;:25.00656417876802},{&quot;x&quot;:38.01243254185041,&quot;y&quot;:25.097069215267155},{&quot;x&quot;:45.635383269513476,&quot;y&quot;:3.8283665395662014},{&quot;x&quot;:16.9853673162424,&quot;y&quot;:-8.507480555257985}],&quot;closed&quot;:true},&quot;pathStyles&quot;:[{&quot;type&quot;:&quot;FILL&quot;,&quot;fillStyle&quot;:&quot;rgba(100, 54, 40, 1)&quot;},{&quot;type&quot;:&quot;STROKE&quot;,&quot;strokeStyle&quot;:&quot;rgba(0,0,0,0)&quot;,&quot;lineWidth&quot;:1.8827153569340218,&quot;lineJoin&quot;:&quot;round&quot;}],&quot;isLocked&quot;:false,&quot;parent&quot;:{&quot;type&quot;:&quot;CHILD&quot;,&quot;parentId&quot;:&quot;4b9df546-ff2b-499d-ace5-fd8c12e8e1bb&quot;,&quot;order&quot;:&quot;7&quot;},&quot;connectorInfo&quot;:{&quot;type&quot;:&quot;ELBOW&quot;,&quot;offset&quot;:{&quot;x&quot;:0,&quot;y&quot;:0},&quot;bending&quot;:0.1,&quot;customized&quot;:true}},&quot;f72a97b0-4d01-4ac9-920f-43a8887765aa&quot;:{&quot;type&quot;:&quot;FIGURE_OBJECT&quot;,&quot;id&quot;:&quot;f72a97b0-4d01-4ac9-920f-43a8887765aa&quot;,&quot;relativeTransform&quot;:{&quot;translate&quot;:{&quot;x&quot;:24.634784632157615,&quot;y&quot;:163.56543077359768},&quot;rotate&quot;:0},&quot;opacity&quot;:1,&quot;path&quot;:{&quot;type&quot;:&quot;ELLIPSE&quot;,&quot;size&quot;:{&quot;x&quot;:1.8137870319440643,&quot;y&quot;:2.585921863814722}},&quot;isLocked&quot;:false,&quot;pathStyles&quot;:[{&quot;type&quot;:&quot;FILL&quot;,&quot;fillStyle&quot;:&quot;#EEF4FB&quot;},{&quot;type&quot;:&quot;STROKE&quot;,&quot;strokeStyle&quot;:&quot;rgba(114,190,183,1)&quot;,&quot;lineWidth&quot;:1.8827153569340218,&quot;lineJoin&quot;:&quot;round&quot;}],&quot;parent&quot;:{&quot;type&quot;:&quot;CHILD&quot;,&quot;parentId&quot;:&quot;130bfc0f-5030-44f0-bfdf-dc9fde73be6b&quot;,&quot;order&quot;:&quot;1&quot;}},&quot;524b3432-f0e2-42ab-b4ca-7a3fd85ff141&quot;:{&quot;relativeTransform&quot;:{&quot;translate&quot;:{&quot;x&quot;:6.701593841447875,&quot;y&quot;:276.1603168485076},&quot;rotate&quot;:0},&quot;type&quot;:&quot;FIGURE_OBJECT&quot;,&quot;id&quot;:&quot;524b3432-f0e2-42ab-b4ca-7a3fd85ff141&quot;,&quot;opacity&quot;:0.9,&quot;path&quot;:{&quot;type&quot;:&quot;POLY_LINE&quot;,&quot;points&quot;:[{&quot;x&quot;:17.900522381255165,&quot;y&quot;:-99.80203432635736},{&quot;x&quot;:17.900522381255165,&quot;y&quot;:-107.76577535405683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130bfc0f-5030-44f0-bfdf-dc9fde73be6b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fdd909c7-4f2c-499e-9fc0-ea411218005f&quot;:{&quot;relativeTransform&quot;:{&quot;translate&quot;:{&quot;x&quot;:-308.97336669619676,&quot;y&quot;:140.96497390228356},&quot;rotate&quot;:-3.030077293035203},&quot;type&quot;:&quot;FIGURE_OBJECT&quot;,&quot;id&quot;:&quot;fdd909c7-4f2c-499e-9fc0-ea411218005f&quot;,&quot;opacity&quot;:0.9,&quot;path&quot;:{&quot;type&quot;:&quot;POLY_LINE&quot;,&quot;points&quot;:[{&quot;x&quot;:-334.86357171884123,&quot;y&quot;:27.187494535038056},{&quot;x&quot;:-333.8849423649694,&quot;y&quot;:19.57405574468947}],&quot;closed&quot;:false},&quot;pathStyles&quot;:[{&quot;type&quot;:&quot;FILL&quot;,&quot;fillStyle&quot;:&quot;rgba(0,0,0,0)&quot;},{&quot;type&quot;:&quot;STROKE&quot;,&quot;strokeStyle&quot;:&quot;#FFFFFF&quot;,&quot;lineWidth&quot;:1.8827153569340216,&quot;lineJoin&quot;:&quot;round&quot;,&quot;dashArray&quot;:[2]}],&quot;isLocked&quot;:false,&quot;parent&quot;:{&quot;type&quot;:&quot;CHILD&quot;,&quot;parentId&quot;:&quot;130bfc0f-5030-44f0-bfdf-dc9fde73be6b&quot;,&quot;order&quot;:&quot;2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2792e983-2e86-45c5-ae4e-ac2c3e765316&quot;:{&quot;relativeTransform&quot;:{&quot;translate&quot;:{&quot;x&quot;:270.9769597895405,&quot;y&quot;:400.6380275343847},&quot;rotate&quot;:0.7997914139111888},&quot;type&quot;:&quot;FIGURE_OBJECT&quot;,&quot;id&quot;:&quot;2792e983-2e86-45c5-ae4e-ac2c3e765316&quot;,&quot;opacity&quot;:0.9,&quot;path&quot;:{&quot;type&quot;:&quot;POLY_LINE&quot;,&quot;points&quot;:[{&quot;x&quot;:-346.58724183114873,&quot;y&quot;:29.453427495068357},{&quot;x&quot;:-340.2537732778049,&quot;y&quot;:16.254240146691227}],&quot;closed&quot;:false},&quot;pathStyles&quot;:[{&quot;type&quot;:&quot;FILL&quot;,&quot;fillStyle&quot;:&quot;rgba(0,0,0,0)&quot;},{&quot;type&quot;:&quot;STROKE&quot;,&quot;strokeStyle&quot;:&quot;#FFFFFF&quot;,&quot;lineWidth&quot;:1.9075032306765494,&quot;lineJoin&quot;:&quot;round&quot;,&quot;dashArray&quot;:[2]}],&quot;isLocked&quot;:false,&quot;parent&quot;:{&quot;type&quot;:&quot;CHILD&quot;,&quot;parentId&quot;:&quot;130bfc0f-5030-44f0-bfdf-dc9fde73be6b&quot;,&quot;order&quot;:&quot;3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4ed7c7c0-b1e1-4f62-b69a-5bce38ec4e41&quot;:{&quot;relativeTransform&quot;:{&quot;translate&quot;:{&quot;x&quot;:-65.73733029561782,&quot;y&quot;:501.63314723145356},&quot;rotate&quot;:1.8713575773958304},&quot;type&quot;:&quot;FIGURE_OBJECT&quot;,&quot;id&quot;:&quot;4ed7c7c0-b1e1-4f62-b69a-5bce38ec4e41&quot;,&quot;opacity&quot;:0.9,&quot;path&quot;:{&quot;type&quot;:&quot;POLY_LINE&quot;,&quot;points&quot;:[{&quot;x&quot;:-347.0996186187187,&quot;y&quot;:39.71098673136204},{&quot;x&quot;:-347.47159092829077,&quot;y&quot;:16.212173167050477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130bfc0f-5030-44f0-bfdf-dc9fde73be6b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c2297b44-8fd8-45c4-b7be-8ecb696d7bba&quot;:{&quot;relativeTransform&quot;:{&quot;translate&quot;:{&quot;x&quot;:-223.1307088829324,&quot;y&quot;:397.3733772030504},&quot;rotate&quot;:2.4170560683763984},&quot;type&quot;:&quot;FIGURE_OBJECT&quot;,&quot;id&quot;:&quot;c2297b44-8fd8-45c4-b7be-8ecb696d7bba&quot;,&quot;opacity&quot;:0.9,&quot;path&quot;:{&quot;type&quot;:&quot;POLY_LINE&quot;,&quot;points&quot;:[{&quot;x&quot;:-337.7803342121545,&quot;y&quot;:37.64013914078394},{&quot;x&quot;:-340.64667735963485,&quot;y&quot;:13.917215932105375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130bfc0f-5030-44f0-bfdf-dc9fde73be6b&quot;,&quot;order&quot;:&quot;5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a91bb04e-f9a8-4b0e-9326-6c508a94a1f7&quot;:{&quot;relativeTransform&quot;:{&quot;translate&quot;:{&quot;x&quot;:-198.45705407614514,&quot;y&quot;:-94.27471059275662},&quot;rotate&quot;:-2.250172117657949},&quot;type&quot;:&quot;FIGURE_OBJECT&quot;,&quot;id&quot;:&quot;a91bb04e-f9a8-4b0e-9326-6c508a94a1f7&quot;,&quot;opacity&quot;:0.9,&quot;path&quot;:{&quot;type&quot;:&quot;POLY_LINE&quot;,&quot;points&quot;:[{&quot;x&quot;:-341.2330142409775,&quot;y&quot;:24.36008330089677},{&quot;x&quot;:-340.5631910329,&quot;y&quot;:15.28930618405184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130bfc0f-5030-44f0-bfdf-dc9fde73be6b&quot;,&quot;order&quot;:&quot;6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7defe7b7-fad5-40c7-9d7c-952ff808c9fe&quot;:{&quot;relativeTransform&quot;:{&quot;translate&quot;:{&quot;x&quot;:7.157390264050383,&quot;y&quot;:277.82450774875497},&quot;rotate&quot;:0},&quot;type&quot;:&quot;FIGURE_OBJECT&quot;,&quot;id&quot;:&quot;7defe7b7-fad5-40c7-9d7c-952ff808c9fe&quot;,&quot;opacity&quot;:0.9,&quot;path&quot;:{&quot;type&quot;:&quot;POLY_LINE&quot;,&quot;points&quot;:[{&quot;x&quot;:45.72354978414365,&quot;y&quot;:-103.24654334280841},{&quot;x&quot;:21.225056651179315,&quot;y&quot;:-111.84437264523831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130bfc0f-5030-44f0-bfdf-dc9fde73be6b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f316307d-79e4-4cf2-ac14-62912427dc6e&quot;:{&quot;relativeTransform&quot;:{&quot;translate&quot;:{&quot;x&quot;:297.43034501599107,&quot;y&quot;:-36.44005088675714},&quot;rotate&quot;:-0.6060692939642072},&quot;type&quot;:&quot;FIGURE_OBJECT&quot;,&quot;id&quot;:&quot;f316307d-79e4-4cf2-ac14-62912427dc6e&quot;,&quot;opacity&quot;:0.9,&quot;path&quot;:{&quot;type&quot;:&quot;POLY_LINE&quot;,&quot;points&quot;:[{&quot;x&quot;:-336.30177954967695,&quot;y&quot;:31.98162842331428},{&quot;x&quot;:-339.17652968275104,&quot;y&quot;:14.915126862599289}],&quot;closed&quot;:false},&quot;pathStyles&quot;:[{&quot;type&quot;:&quot;FILL&quot;,&quot;fillStyle&quot;:&quot;rgba(0,0,0,0)&quot;},{&quot;type&quot;:&quot;STROKE&quot;,&quot;strokeStyle&quot;:&quot;#FFFFFF&quot;,&quot;lineWidth&quot;:1.8827153569340216,&quot;lineJoin&quot;:&quot;round&quot;,&quot;dashArray&quot;:[2]}],&quot;isLocked&quot;:false,&quot;parent&quot;:{&quot;type&quot;:&quot;CHILD&quot;,&quot;parentId&quot;:&quot;130bfc0f-5030-44f0-bfdf-dc9fde73be6b&quot;,&quot;order&quot;:&quot;7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d0fe227a-97b9-43aa-ad59-feaa89740e14&quot;:{&quot;type&quot;:&quot;FIGURE_OBJECT&quot;,&quot;id&quot;:&quot;d0fe227a-97b9-43aa-ad59-feaa89740e14&quot;,&quot;relativeTransform&quot;:{&quot;translate&quot;:{&quot;x&quot;:-19.454725354984898,&quot;y&quot;:146.9031940653085},&quot;rotate&quot;:0.31578440987121326,&quot;skewX&quot;:0.022606602368692597},&quot;opacity&quot;:1,&quot;path&quot;:{&quot;type&quot;:&quot;ELLIPSE&quot;,&quot;size&quot;:{&quot;x&quot;:17.763000371462805,&quot;y&quot;:32.67043590148488}},&quot;isLocked&quot;:false,&quot;pathStyles&quot;:[{&quot;type&quot;:&quot;FILL&quot;,&quot;fillStyle&quot;:&quot;rgba(102, 55, 42, 1)&quot;},{&quot;type&quot;:&quot;STROKE&quot;,&quot;strokeStyle&quot;:&quot;rgba(102, 55, 42, 1)&quot;,&quot;lineWidth&quot;:2.654255048443799,&quot;lineJoin&quot;:&quot;round&quot;}],&quot;parent&quot;:{&quot;type&quot;:&quot;CHILD&quot;,&quot;parentId&quot;:&quot;130bfc0f-5030-44f0-bfdf-dc9fde73be6b&quot;,&quot;order&quot;:&quot;8&quot;},&quot;layout&quot;:{&quot;sizeRatio&quot;:{&quot;x&quot;:0.7071067811865476,&quot;y&quot;:0.7071067811865476},&quot;keepAspectRatio&quot;:true}},&quot;4cf5fec6-7533-43c3-9eb8-f64c8f7c078c&quot;:{&quot;id&quot;:&quot;4cf5fec6-7533-43c3-9eb8-f64c8f7c078c&quot;,&quot;type&quot;:&quot;FIGURE_OBJECT&quot;,&quot;relativeTransform&quot;:{&quot;translate&quot;:{&quot;x&quot;:0,&quot;y&quot;:0},&quot;rotate&quot;:0,&quot;skewX&quot;:0.022606602368692597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7.572009998050866,&quot;color&quot;:&quot;black&quot;,&quot;fontWeight&quot;:&quot;normal&quot;,&quot;fontStyle&quot;:&quot;normal&quot;,&quot;decoration&quot;:&quot;none&quot;}}]},&quot;format&quot;:&quot;BETTER_TEXT&quot;,&quot;size&quot;:{&quot;x&quot;:12.560338016880513,&quot;y&quot;:20.709868926274243},&quot;targetSize&quot;:{&quot;x&quot;:12.560338016880513,&quot;y&quot;:2}},&quot;parent&quot;:{&quot;type&quot;:&quot;CHILD&quot;,&quot;parentId&quot;:&quot;d0fe227a-97b9-43aa-ad59-feaa89740e14&quot;,&quot;order&quot;:&quot;5&quot;}},&quot;227aa5b5-620c-450e-9d64-013a44024fe3&quot;:{&quot;type&quot;:&quot;FIGURE_OBJECT&quot;,&quot;id&quot;:&quot;227aa5b5-620c-450e-9d64-013a44024fe3&quot;,&quot;parent&quot;:{&quot;type&quot;:&quot;CHILD&quot;,&quot;parentId&quot;:&quot;84f2a5bc-b559-497b-887b-dd4e7df16aac&quot;,&quot;order&quot;:&quot;7&quot;},&quot;relativeTransform&quot;:{}},&quot;97ec9e57-384f-4e42-b657-f1518baad6b3&quot;:{&quot;type&quot;:&quot;FIGURE_OBJECT&quot;,&quot;id&quot;:&quot;97ec9e57-384f-4e42-b657-f1518baad6b3&quot;,&quot;parent&quot;:{&quot;type&quot;:&quot;CHILD&quot;,&quot;parentId&quot;:&quot;227aa5b5-620c-450e-9d64-013a44024fe3&quot;,&quot;order&quot;:&quot;2&quot;},&quot;relativeTransform&quot;:{&quot;translate&quot;:{&quot;x&quot;:43.768630755385345,&quot;y&quot;:524.9451565869809},&quot;rotate&quot;:0,&quot;skewX&quot;:0,&quot;scale&quot;:{&quot;x&quot;:1,&quot;y&quot;:1}}},&quot;54f42073-d1d4-4923-8d4c-380d42d3c69b&quot;:{&quot;type&quot;:&quot;FIGURE_OBJECT&quot;,&quot;id&quot;:&quot;54f42073-d1d4-4923-8d4c-380d42d3c69b&quot;,&quot;parent&quot;:{&quot;type&quot;:&quot;CHILD&quot;,&quot;parentId&quot;:&quot;97ec9e57-384f-4e42-b657-f1518baad6b3&quot;,&quot;order&quot;:&quot;05&quot;},&quot;relativeTransform&quot;:{&quot;translate&quot;:{&quot;x&quot;:306.73041850925887,&quot;y&quot;:81.21979143505048},&quot;rotate&quot;:0}},&quot;a1b58a2b-37fa-45d6-aacf-441257c4f429&quot;:{&quot;id&quot;:&quot;a1b58a2b-37fa-45d6-aacf-441257c4f429&quot;,&quot;name&quot;:&quot;image.png&quot;,&quot;type&quot;:&quot;FIGURE_OBJECT&quot;,&quot;relativeTransform&quot;:{&quot;translate&quot;:{&quot;x&quot;:-291.1711054283376,&quot;y&quot;:-107.52063693499494},&quot;rotate&quot;:0,&quot;skewX&quot;:0,&quot;scale&quot;:{&quot;x&quot;:0.45572445370433307,&quot;y&quot;:0.47363795023475797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54f42073-d1d4-4923-8d4c-380d42d3c69b&quot;,&quot;order&quot;:&quot;5&quot;},&quot;styles&quot;:{&quot;editable&quot;:[{&quot;styleName&quot;:&quot;MONOCHROME_COLOR&quot;,&quot;index&quot;:0,&quot;color&quot;:&quot;#BBBBBC&quot;}]}},&quot;e7da73b0-3e21-4643-96d3-8bc0f3f482a5&quot;:{&quot;type&quot;:&quot;FIGURE_OBJECT&quot;,&quot;id&quot;:&quot;e7da73b0-3e21-4643-96d3-8bc0f3f482a5&quot;,&quot;parent&quot;:{&quot;type&quot;:&quot;CROP&quot;,&quot;parentId&quot;:&quot;54f42073-d1d4-4923-8d4c-380d42d3c69b&quot;,&quot;order&quot;:&quot;5&quot;},&quot;relativeTransform&quot;:{&quot;translate&quot;:{&quot;x&quot;:-291.1711054283376,&quot;y&quot;:-107.52063693499494},&quot;rotate&quot;:0,&quot;skewX&quot;:0,&quot;scale&quot;:{&quot;x&quot;:60.91366460404451,&quot;y&quot;:63.30804285316071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55425997-662e-43e1-95d8-8d9cbb0be9f5&quot;:{&quot;type&quot;:&quot;FIGURE_OBJECT&quot;,&quot;id&quot;:&quot;55425997-662e-43e1-95d8-8d9cbb0be9f5&quot;,&quot;relativeTransform&quot;:{&quot;translate&quot;:{&quot;x&quot;:18.485027233292392,&quot;y&quot;:-23.663953063363028},&quot;rotate&quot;:0},&quot;opacity&quot;:0.53,&quot;path&quot;:{&quot;type&quot;:&quot;POLY_LINE&quot;,&quot;points&quot;:[{&quot;x&quot;:-39.49609393483986,&quot;y&quot;:-31.477680436433136},{&quot;x&quot;:-47.91040407208105,&quot;y&quot;:1.8625948451155887},{&quot;x&quot;:-11.415376783423445,&quot;y&quot;:12.60193239933802},{&quot;x&quot;:5.029536977922019,&quot;y&quot;:17.7634393982983},{&quot;x&quot;:21.07387298749333,&quot;y&quot;:22.09229928465482},{&quot;x&quot;:33.361765504928734,&quot;y&quot;:26.46369662582463},{&quot;x&quot;:37.65321961805468,&quot;y&quot;:26.46369662582463},{&quot;x&quot;:38.20945617765293,&quot;y&quot;:25.00656417876802},{&quot;x&quot;:38.01243254185041,&quot;y&quot;:25.097069215267155},{&quot;x&quot;:45.635383269513476,&quot;y&quot;:3.8283665395662014},{&quot;x&quot;:16.9853673162424,&quot;y&quot;:-8.507480555257985}],&quot;closed&quot;:true},&quot;pathStyles&quot;:[{&quot;type&quot;:&quot;FILL&quot;,&quot;fillStyle&quot;:&quot;rgba(100, 54, 40, 1)&quot;},{&quot;type&quot;:&quot;STROKE&quot;,&quot;strokeStyle&quot;:&quot;rgba(0,0,0,0)&quot;,&quot;lineWidth&quot;:1.8827153569340218,&quot;lineJoin&quot;:&quot;round&quot;}],&quot;isLocked&quot;:false,&quot;parent&quot;:{&quot;type&quot;:&quot;CHILD&quot;,&quot;parentId&quot;:&quot;97ec9e57-384f-4e42-b657-f1518baad6b3&quot;,&quot;order&quot;:&quot;1&quot;},&quot;connectorInfo&quot;:{&quot;type&quot;:&quot;ELBOW&quot;,&quot;offset&quot;:{&quot;x&quot;:0,&quot;y&quot;:0},&quot;bending&quot;:0.1,&quot;customized&quot;:true}},&quot;2875a908-53dc-4b97-abd2-a300d56c74d3&quot;:{&quot;type&quot;:&quot;FIGURE_OBJECT&quot;,&quot;id&quot;:&quot;2875a908-53dc-4b97-abd2-a300d56c74d3&quot;,&quot;relativeTransform&quot;:{&quot;translate&quot;:{&quot;x&quot;:19.718589181344786,&quot;y&quot;:-22.104990864785613},&quot;rotate&quot;:0},&quot;opacity&quot;:1,&quot;path&quot;:{&quot;type&quot;:&quot;ELLIPSE&quot;,&quot;size&quot;:{&quot;x&quot;:1.8137870319440643,&quot;y&quot;:2.585921863814722}},&quot;isLocked&quot;:false,&quot;pathStyles&quot;:[{&quot;type&quot;:&quot;FILL&quot;,&quot;fillStyle&quot;:&quot;#EEF4FB&quot;},{&quot;type&quot;:&quot;STROKE&quot;,&quot;strokeStyle&quot;:&quot;rgba(114,190,183,1)&quot;,&quot;lineWidth&quot;:1.8827153569340218,&quot;lineJoin&quot;:&quot;round&quot;}],&quot;parent&quot;:{&quot;type&quot;:&quot;CHILD&quot;,&quot;parentId&quot;:&quot;97ec9e57-384f-4e42-b657-f1518baad6b3&quot;,&quot;order&quot;:&quot;2&quot;}},&quot;5754d024-1f3c-4b34-b67a-b0956a9e08f3&quot;:{&quot;relativeTransform&quot;:{&quot;translate&quot;:{&quot;x&quot;:1.7853983906350477,&quot;y&quot;:90.48989521012433},&quot;rotate&quot;:0},&quot;type&quot;:&quot;FIGURE_OBJECT&quot;,&quot;id&quot;:&quot;5754d024-1f3c-4b34-b67a-b0956a9e08f3&quot;,&quot;opacity&quot;:0.9,&quot;path&quot;:{&quot;type&quot;:&quot;POLY_LINE&quot;,&quot;points&quot;:[{&quot;x&quot;:17.900522381255165,&quot;y&quot;:-86.14190962874198},{&quot;x&quot;:17.900522381255165,&quot;y&quot;:-107.76577535405683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97ec9e57-384f-4e42-b657-f1518baad6b3&quot;,&quot;order&quot;:&quot;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46066b6e-ed63-462c-bb88-e0378c49d33f&quot;:{&quot;relativeTransform&quot;:{&quot;translate&quot;:{&quot;x&quot;:-313.88956214700966,&quot;y&quot;:-44.70544773609972},&quot;rotate&quot;:-3.030077293035203},&quot;type&quot;:&quot;FIGURE_OBJECT&quot;,&quot;id&quot;:&quot;46066b6e-ed63-462c-bb88-e0378c49d33f&quot;,&quot;opacity&quot;:0.9,&quot;path&quot;:{&quot;type&quot;:&quot;POLY_LINE&quot;,&quot;points&quot;:[{&quot;x&quot;:-334.07379904098667,&quot;y&quot;:43.816559109933515},{&quot;x&quot;:-333.8849423649694,&quot;y&quot;:19.57405574468947}],&quot;closed&quot;:false},&quot;pathStyles&quot;:[{&quot;type&quot;:&quot;FILL&quot;,&quot;fillStyle&quot;:&quot;rgba(0,0,0,0)&quot;},{&quot;type&quot;:&quot;STROKE&quot;,&quot;strokeStyle&quot;:&quot;#FFFFFF&quot;,&quot;lineWidth&quot;:1.8827153569340216,&quot;lineJoin&quot;:&quot;round&quot;,&quot;dashArray&quot;:[2]}],&quot;isLocked&quot;:false,&quot;parent&quot;:{&quot;type&quot;:&quot;CHILD&quot;,&quot;parentId&quot;:&quot;97ec9e57-384f-4e42-b657-f1518baad6b3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115f6274-485a-4fce-9306-dc403563350b&quot;:{&quot;relativeTransform&quot;:{&quot;translate&quot;:{&quot;x&quot;:-71.10932216903315,&quot;y&quot;:314.2985346928229},&quot;rotate&quot;:1.8713575773958304},&quot;type&quot;:&quot;FIGURE_OBJECT&quot;,&quot;id&quot;:&quot;115f6274-485a-4fce-9306-dc403563350b&quot;,&quot;opacity&quot;:0.9,&quot;path&quot;:{&quot;type&quot;:&quot;POLY_LINE&quot;,&quot;points&quot;:[{&quot;x&quot;:-334.30829406233727,&quot;y&quot;:35.54097839168735},{&quot;x&quot;:-347.47159092829077,&quot;y&quot;:16.212173167050477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97ec9e57-384f-4e42-b657-f1518baad6b3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c6cdf95d-24e8-4245-a638-f9fe3693f555&quot;:{&quot;relativeTransform&quot;:{&quot;translate&quot;:{&quot;x&quot;:-228.43492300349808,&quot;y&quot;:211.13224537939715},&quot;rotate&quot;:2.4170560683763984},&quot;type&quot;:&quot;FIGURE_OBJECT&quot;,&quot;id&quot;:&quot;c6cdf95d-24e8-4245-a638-f9fe3693f555&quot;,&quot;opacity&quot;:0.9,&quot;path&quot;:{&quot;type&quot;:&quot;POLY_LINE&quot;,&quot;points&quot;:[{&quot;x&quot;:-343.5323395781416,&quot;y&quot;:37.17114927040114},{&quot;x&quot;:-340.64667735963485,&quot;y&quot;:13.917215932105375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97ec9e57-384f-4e42-b657-f1518baad6b3&quot;,&quot;order&quot;:&quot;5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244ec5f8-71c5-418c-b337-172fe4c4a2c9&quot;:{&quot;relativeTransform&quot;:{&quot;translate&quot;:{&quot;x&quot;:-203.37324952695795,&quot;y&quot;:-279.94513223113995},&quot;rotate&quot;:-2.250172117657949},&quot;type&quot;:&quot;FIGURE_OBJECT&quot;,&quot;id&quot;:&quot;244ec5f8-71c5-418c-b337-172fe4c4a2c9&quot;,&quot;opacity&quot;:0.9,&quot;path&quot;:{&quot;type&quot;:&quot;POLY_LINE&quot;,&quot;points&quot;:[{&quot;x&quot;:-339.95047901315655,&quot;y&quot;:40.68769124049616},{&quot;x&quot;:-340.5631910329,&quot;y&quot;:15.28930618405184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97ec9e57-384f-4e42-b657-f1518baad6b3&quot;,&quot;order&quot;:&quot;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a9eb032a-80a2-4bd9-97db-f88221eb90d1&quot;:{&quot;relativeTransform&quot;:{&quot;translate&quot;:{&quot;x&quot;:1.7853983906350477,&quot;y&quot;:90.48989521012433},&quot;rotate&quot;:0},&quot;type&quot;:&quot;FIGURE_OBJECT&quot;,&quot;id&quot;:&quot;a9eb032a-80a2-4bd9-97db-f88221eb90d1&quot;,&quot;opacity&quot;:0.9,&quot;path&quot;:{&quot;type&quot;:&quot;POLY_LINE&quot;,&quot;points&quot;:[{&quot;x&quot;:43.762388031933604,&quot;y&quot;:-116.69899717533461},{&quot;x&quot;:21.225056651179315,&quot;y&quot;:-111.84437264523831}],&quot;closed&quot;:false},&quot;pathStyles&quot;:[{&quot;type&quot;:&quot;FILL&quot;,&quot;fillStyle&quot;:&quot;rgba(0,0,0,0)&quot;},{&quot;type&quot;:&quot;STROKE&quot;,&quot;strokeStyle&quot;:&quot;#FFFFFF&quot;,&quot;lineWidth&quot;:1.8827153569340218,&quot;lineJoin&quot;:&quot;round&quot;,&quot;dashArray&quot;:[2]}],&quot;isLocked&quot;:false,&quot;parent&quot;:{&quot;type&quot;:&quot;CHILD&quot;,&quot;parentId&quot;:&quot;97ec9e57-384f-4e42-b657-f1518baad6b3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e9c573c3-3d6b-4487-b633-6a954e4d5a1f&quot;:{&quot;relativeTransform&quot;:{&quot;translate&quot;:{&quot;x&quot;:292.0583531425757,&quot;y&quot;:-223.7746634253877},&quot;rotate&quot;:-0.6060692939642072},&quot;type&quot;:&quot;FIGURE_OBJECT&quot;,&quot;id&quot;:&quot;e9c573c3-3d6b-4487-b633-6a954e4d5a1f&quot;,&quot;opacity&quot;:0.9,&quot;path&quot;:{&quot;type&quot;:&quot;POLY_LINE&quot;,&quot;points&quot;:[{&quot;x&quot;:-342.6845085423776,&quot;y&quot;:44.042477308122976},{&quot;x&quot;:-338.1383823132101,&quot;y&quot;:15.138661243705734}],&quot;closed&quot;:false},&quot;pathStyles&quot;:[{&quot;type&quot;:&quot;FILL&quot;,&quot;fillStyle&quot;:&quot;rgba(0,0,0,0)&quot;},{&quot;type&quot;:&quot;STROKE&quot;,&quot;strokeStyle&quot;:&quot;#FFFFFF&quot;,&quot;lineWidth&quot;:1.8827153569340216,&quot;lineJoin&quot;:&quot;round&quot;,&quot;dashArray&quot;:[2]}],&quot;isLocked&quot;:false,&quot;parent&quot;:{&quot;type&quot;:&quot;CHILD&quot;,&quot;parentId&quot;:&quot;97ec9e57-384f-4e42-b657-f1518baad6b3&quot;,&quot;order&quot;:&quot;9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734ee861-214a-4649-89fc-d2f4bd336581&quot;:{&quot;type&quot;:&quot;FIGURE_OBJECT&quot;,&quot;id&quot;:&quot;734ee861-214a-4649-89fc-d2f4bd336581&quot;,&quot;relativeTransform&quot;:{&quot;translate&quot;:{&quot;x&quot;:-24.587812184922402,&quot;y&quot;:-38.732932099864136},&quot;rotate&quot;:0.31578440987121326,&quot;skewX&quot;:0.022606602368692597},&quot;opacity&quot;:1,&quot;path&quot;:{&quot;type&quot;:&quot;ELLIPSE&quot;,&quot;size&quot;:{&quot;x&quot;:17.763000371462805,&quot;y&quot;:32.670435901484886}},&quot;isLocked&quot;:false,&quot;pathStyles&quot;:[{&quot;type&quot;:&quot;FILL&quot;,&quot;fillStyle&quot;:&quot;rgba(102, 55, 42, 1)&quot;},{&quot;type&quot;:&quot;STROKE&quot;,&quot;strokeStyle&quot;:&quot;rgba(102, 55, 42, 1)&quot;,&quot;lineWidth&quot;:2.654255048443799,&quot;lineJoin&quot;:&quot;round&quot;}],&quot;parent&quot;:{&quot;type&quot;:&quot;CHILD&quot;,&quot;parentId&quot;:&quot;97ec9e57-384f-4e42-b657-f1518baad6b3&quot;,&quot;order&quot;:&quot;8&quot;}},&quot;1db7e76c-524c-4d6d-90dd-2252672254a3&quot;:{&quot;type&quot;:&quot;FIGURE_OBJECT&quot;,&quot;id&quot;:&quot;1db7e76c-524c-4d6d-90dd-2252672254a3&quot;,&quot;parent&quot;:{&quot;type&quot;:&quot;CHILD&quot;,&quot;parentId&quot;:&quot;227aa5b5-620c-450e-9d64-013a44024fe3&quot;,&quot;order&quot;:&quot;5&quot;},&quot;relativeTransform&quot;:{&quot;translate&quot;:{&quot;x&quot;:44.636517375147335,&quot;y&quot;:524.2432785838083},&quot;rotate&quot;:0,&quot;skewX&quot;:0,&quot;scale&quot;:{&quot;x&quot;:1,&quot;y&quot;:1}}},&quot;70b12738-e9c3-4f78-b17f-969e0ec91679&quot;:{&quot;type&quot;:&quot;FIGURE_OBJECT&quot;,&quot;id&quot;:&quot;70b12738-e9c3-4f78-b17f-969e0ec91679&quot;,&quot;relativeTransform&quot;:{&quot;translate&quot;:{&quot;x&quot;:28.59362792958688,&quot;y&quot;:-32.853312438643},&quot;rotate&quot;:0},&quot;opacity&quot;:1,&quot;path&quot;:{&quot;type&quot;:&quot;POLY_LINE&quot;,&quot;points&quot;:[{&quot;x&quot;:-48.80155742488115,&quot;y&quot;:-19.931453425181406},{&quot;x&quot;:33.982317000818,&quot;y&quot;:13.792164090507807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1db7e76c-524c-4d6d-90dd-2252672254a3&quot;,&quot;order&quot;:&quot;2&quot;},&quot;connectorInfo&quot;:{&quot;type&quot;:&quot;LINE&quot;,&quot;offset&quot;:{&quot;x&quot;:0,&quot;y&quot;:0},&quot;bending&quot;:0.1,&quot;customized&quot;:false}},&quot;21f65761-9967-407d-b6c4-fc228109f28c&quot;:{&quot;type&quot;:&quot;FIGURE_OBJECT&quot;,&quot;id&quot;:&quot;21f65761-9967-407d-b6c4-fc228109f28c&quot;,&quot;relativeTransform&quot;:{&quot;translate&quot;:{&quot;x&quot;:16.148838491658275,&quot;y&quot;:-0.9290085601965562},&quot;rotate&quot;:0},&quot;opacity&quot;:1,&quot;path&quot;:{&quot;type&quot;:&quot;POLY_LINE&quot;,&quot;points&quot;:[{&quot;x&quot;:-45.689439747121114,&quot;y&quot;:-20.178569413427084},{&quot;x&quot;:37.85894993406817,&quot;y&quot;:4.092859149152903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1db7e76c-524c-4d6d-90dd-2252672254a3&quot;,&quot;order&quot;:&quot;5&quot;},&quot;connectorInfo&quot;:{&quot;type&quot;:&quot;LINE&quot;,&quot;offset&quot;:{&quot;x&quot;:0,&quot;y&quot;:0},&quot;bending&quot;:0.1,&quot;customized&quot;:false}},&quot;115a6643-b90b-4416-8d2d-caf79c028311&quot;:{&quot;type&quot;:&quot;FIGURE_OBJECT&quot;,&quot;id&quot;:&quot;115a6643-b90b-4416-8d2d-caf79c028311&quot;,&quot;relativeTransform&quot;:{&quot;translate&quot;:{&quot;x&quot;:58.88487658393071,&quot;y&quot;:-7.5533768312292375},&quot;rotate&quot;:0.3045789997672675,&quot;skewX&quot;:4.384993312238418e-16},&quot;opacity&quot;:1,&quot;path&quot;:{&quot;type&quot;:&quot;ELLIPSE&quot;,&quot;size&quot;:{&quot;x&quot;:11.456213748693775,&quot;y&quot;:22.52815691327904}},&quot;isLocked&quot;:false,&quot;pathStyles&quot;:[{&quot;type&quot;:&quot;FILL&quot;,&quot;fillStyle&quot;:&quot;rgba(102, 55, 42, 1)&quot;},{&quot;type&quot;:&quot;STROKE&quot;,&quot;strokeStyle&quot;:&quot;rgba(102, 55, 42, 1)&quot;,&quot;lineWidth&quot;:1.8827153569340218,&quot;lineJoin&quot;:&quot;round&quot;}],&quot;parent&quot;:{&quot;type&quot;:&quot;CHILD&quot;,&quot;parentId&quot;:&quot;1db7e76c-524c-4d6d-90dd-2252672254a3&quot;,&quot;order&quot;:&quot;7&quot;}},&quot;8ec69822-51fa-4f39-b89b-3dc53b159a7f&quot;:{&quot;type&quot;:&quot;FIGURE_OBJECT&quot;,&quot;id&quot;:&quot;8ec69822-51fa-4f39-b89b-3dc53b159a7f&quot;,&quot;parent&quot;:{&quot;type&quot;:&quot;CHILD&quot;,&quot;parentId&quot;:&quot;3b94467f-13c5-4a37-9ebf-921b789a8ee8&quot;,&quot;order&quot;:&quot;7&quot;},&quot;relativeTransform&quot;:{}},&quot;b0029703-d3e4-4802-8e66-709db58c9177&quot;:{&quot;type&quot;:&quot;FIGURE_OBJECT&quot;,&quot;id&quot;:&quot;b0029703-d3e4-4802-8e66-709db58c9177&quot;,&quot;relativeTransform&quot;:{&quot;translate&quot;:{&quot;x&quot;:280.45155206731977,&quot;y&quot;:258.7586054586177},&quot;rotate&quot;:0},&quot;layout&quot;:{&quot;sizeRatio&quot;:{&quot;x&quot;:0.99328165374677,&quot;y&quot;:0.95},&quot;keepAspectRatio&quot;:false},&quot;opacity&quot;:1,&quot;path&quot;:{&quot;type&quot;:&quot;RECT&quot;,&quot;size&quot;:{&quot;x&quot;:286.9995820974498,&quot;y&quot;:36.51792588761307},&quot;cornerRounding&quot;:{&quot;type&quot;:&quot;ARC_LENGTH&quot;,&quot;global&quot;:6.000229524621451}},&quot;pathStyles&quot;:[{&quot;type&quot;:&quot;FILL&quot;,&quot;fillStyle&quot;:&quot;rgb(138, 42, 68)&quot;},{&quot;type&quot;:&quot;STROKE&quot;,&quot;strokeStyle&quot;:&quot;rgb(138, 42, 68)&quot;,&quot;lineWidth&quot;:1.0000021139913269,&quot;lineJoin&quot;:&quot;round&quot;}],&quot;isLocked&quot;:false,&quot;parent&quot;:{&quot;type&quot;:&quot;CHILD&quot;,&quot;parentId&quot;:&quot;8ec69822-51fa-4f39-b89b-3dc53b159a7f&quot;,&quot;order&quot;:&quot;2&quot;}},&quot;18e3734b-b72c-4426-9f38-7fc80bb867fb&quot;:{&quot;type&quot;:&quot;FIGURE_OBJECT&quot;,&quot;id&quot;:&quot;18e3734b-b72c-4426-9f38-7fc80bb867fb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1.33337843181497,&quot;color&quot;:&quot;#FFFFFF&quot;,&quot;fontWeight&quot;:&quot;bold&quot;,&quot;fontStyle&quot;:&quot;normal&quot;,&quot;decoration&quot;:&quot;none&quot;,&quot;script&quot;:&quot;none&quot;},&quot;range&quot;:[0,15]}],&quot;text&quot;:&quot;Tensors (Rank 2)&quot;}],&quot;verticalAlign&quot;:&quot;TOP&quot;,&quot;_lastCaretLocation&quot;:{&quot;lineIndex&quot;:0,&quot;runIndex&quot;:-1,&quot;charIndex&quot;:-1,&quot;endOfLine&quot;:true}},&quot;size&quot;:{&quot;x&quot;:285.0714195303868,&quot;y&quot;:21},&quot;targetSize&quot;:{&quot;x&quot;:285.0714195303868,&quot;y&quot;:2},&quot;format&quot;:&quot;BETTER_TEXT&quot;,&quot;verticalAlign&quot;:&quot;TOP&quot;},&quot;parent&quot;:{&quot;type&quot;:&quot;CHILD&quot;,&quot;parentId&quot;:&quot;b0029703-d3e4-4802-8e66-709db58c9177&quot;,&quot;order&quot;:&quot;5&quot;}},&quot;a1d114bb-152c-44d6-a90a-5192c4370d2b&quot;:{&quot;type&quot;:&quot;FIGURE_OBJECT&quot;,&quot;id&quot;:&quot;a1d114bb-152c-44d6-a90a-5192c4370d2b&quot;,&quot;parent&quot;:{&quot;type&quot;:&quot;CHILD&quot;,&quot;parentId&quot;:&quot;8ec69822-51fa-4f39-b89b-3dc53b159a7f&quot;,&quot;order&quot;:&quot;5&quot;},&quot;relativeTransform&quot;:{}},&quot;1b65bb51-07b3-40e0-9445-16a3e30dd42b&quot;:{&quot;type&quot;:&quot;FIGURE_OBJECT&quot;,&quot;id&quot;:&quot;1b65bb51-07b3-40e0-9445-16a3e30dd42b&quot;,&quot;parent&quot;:{&quot;type&quot;:&quot;CHILD&quot;,&quot;parentId&quot;:&quot;a1d114bb-152c-44d6-a90a-5192c4370d2b&quot;,&quot;order&quot;:&quot;1&quot;},&quot;relativeTransform&quot;:{&quot;translate&quot;:{&quot;x&quot;:22.234570730570496,&quot;y&quot;:520.1183583070556},&quot;rotate&quot;:0,&quot;skewX&quot;:0,&quot;scale&quot;:{&quot;x&quot;:1,&quot;y&quot;:1}}},&quot;cb18eead-fafa-41a9-b9b2-495ea920e763&quot;:{&quot;type&quot;:&quot;FIGURE_OBJECT&quot;,&quot;id&quot;:&quot;cb18eead-fafa-41a9-b9b2-495ea920e763&quot;,&quot;relativeTransform&quot;:{&quot;translate&quot;:{&quot;x&quot;:258.2173884574401,&quot;y&quot;:43.88138703782949},&quot;rotate&quot;:0},&quot;opacity&quot;:1,&quot;path&quot;:{&quot;type&quot;:&quot;RECT&quot;,&quot;size&quot;:{&quot;x&quot;:286.99983139541655,&quot;y&quot;:550.9999383418744},&quot;cornerRounding&quot;:{&quot;type&quot;:&quot;ARC_LENGTH&quot;,&quot;global&quot;:5.736222384643088}},&quot;pathStyles&quot;:[{&quot;type&quot;:&quot;FILL&quot;,&quot;fillStyle&quot;:&quot;rgba(252, 229, 234, 1)&quot;},{&quot;type&quot;:&quot;STROKE&quot;,&quot;strokeStyle&quot;:&quot;rgb(138, 42, 68)&quot;,&quot;lineWidth&quot;:1,&quot;lineJoin&quot;:&quot;round&quot;}],&quot;isLocked&quot;:false,&quot;parent&quot;:{&quot;type&quot;:&quot;CHILD&quot;,&quot;parentId&quot;:&quot;1b65bb51-07b3-40e0-9445-16a3e30dd42b&quot;,&quot;order&quot;:&quot;1&quot;},&quot;layout&quot;:{&quot;sizeRatio&quot;:{&quot;x&quot;:0.88,&quot;y&quot;:0.88},&quot;keepAspectRatio&quot;:false}},&quot;979abe78-1728-4ec5-9ef3-7c836f91e5ae&quot;:{&quot;id&quot;:&quot;979abe78-1728-4ec5-9ef3-7c836f91e5ae&quot;,&quot;type&quot;:&quot;FIGURE_OBJECT&quot;,&quot;relativeTransform&quot;:{&quot;translate&quot;:{&quot;x&quot;:0,&quot;y&quot;:0},&quot;rotate&quot;:0},&quot;text&quot;:{&quot;textData&quot;:{&quot;lineSpacing&quot;:&quot;normal&quot;,&quot;alignment&quot;:&quot;center&quot;,&quot;verticalAlign&quot;:&quot;TOP&quot;,&quot;lines&quot;:[{&quot;runs&quot;:[],&quot;text&quot;:&quot;&quot;,&quot;baseStyle&quot;:{&quot;fontFamily&quot;:&quot;Roboto&quot;,&quot;fontSize&quot;:18.666666666666664,&quot;color&quot;:&quot;black&quot;,&quot;fontWeight&quot;:&quot;normal&quot;,&quot;fontStyle&quot;:&quot;normal&quot;,&quot;decoration&quot;:&quot;none&quot;}}]},&quot;format&quot;:&quot;BETTER_TEXT&quot;,&quot;size&quot;:{&quot;x&quot;:252.55985162796657,&quot;y&quot;:22},&quot;targetSize&quot;:{&quot;x&quot;:252.55985162796657,&quot;y&quot;:2}},&quot;parent&quot;:{&quot;type&quot;:&quot;CHILD&quot;,&quot;parentId&quot;:&quot;cb18eead-fafa-41a9-b9b2-495ea920e763&quot;,&quot;order&quot;:&quot;5&quot;}},&quot;9f347485-2914-4aaf-a8e6-04936dc52b8b&quot;:{&quot;type&quot;:&quot;FIGURE_OBJECT&quot;,&quot;id&quot;:&quot;9f347485-2914-4aaf-a8e6-04936dc52b8b&quot;,&quot;parent&quot;:{&quot;type&quot;:&quot;CHILD&quot;,&quot;parentId&quot;:&quot;1b65bb51-07b3-40e0-9445-16a3e30dd42b&quot;,&quot;order&quot;:&quot;7&quot;},&quot;relativeTransform&quot;:{&quot;translate&quot;:{&quot;x&quot;:0,&quot;y&quot;:0},&quot;rotate&quot;:0,&quot;skewX&quot;:0,&quot;scale&quot;:{&quot;x&quot;:1,&quot;y&quot;:1}}},&quot;c07a9377-b75a-457f-bea7-1e9339f7184f&quot;:{&quot;id&quot;:&quot;c07a9377-b75a-457f-bea7-1e9339f7184f&quot;,&quot;type&quot;:&quot;FIGURE_OBJECT&quot;,&quot;relativeTransform&quot;:{&quot;translate&quot;:{&quot;x&quot;:152.04386214663194,&quot;y&quot;:-136.8647139892139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02,0&quot;}],&quot;_lastCaretLocation&quot;:{&quot;lineIndex&quot;:0,&quot;runIndex&quot;:2,&quot;charIndex&quot;:4}},&quot;format&quot;:&quot;BETTER_TEXT&quot;,&quot;size&quot;:{&quot;x&quot;:44.035909151411424,&quot;y&quot;:32.867551112699296},&quot;targetSize&quot;:{&quot;x&quot;:44.035909151411424,&quot;y&quot;:32.867551112699296}},&quot;parent&quot;:{&quot;type&quot;:&quot;CHILD&quot;,&quot;parentId&quot;:&quot;9f347485-2914-4aaf-a8e6-04936dc52b8b&quot;,&quot;order&quot;:&quot;1&quot;}},&quot;2c3f96c9-bf8e-477c-9a7a-be529b767d89&quot;:{&quot;id&quot;:&quot;2c3f96c9-bf8e-477c-9a7a-be529b767d89&quot;,&quot;type&quot;:&quot;FIGURE_OBJECT&quot;,&quot;relativeTransform&quot;:{&quot;translate&quot;:{&quot;x&quot;:151.9001882387431,&quot;y&quot;:-63.4091019755915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12,0&quot;}],&quot;_lastCaretLocation&quot;:{&quot;lineIndex&quot;:0,&quot;runIndex&quot;:2,&quot;charIndex&quot;:4}},&quot;format&quot;:&quot;BETTER_TEXT&quot;,&quot;size&quot;:{&quot;x&quot;:44.035909151411424,&quot;y&quot;:32.867551112699296},&quot;targetSize&quot;:{&quot;x&quot;:44.035909151411424,&quot;y&quot;:32.867551112699296}},&quot;parent&quot;:{&quot;type&quot;:&quot;CHILD&quot;,&quot;parentId&quot;:&quot;9f347485-2914-4aaf-a8e6-04936dc52b8b&quot;,&quot;order&quot;:&quot;2&quot;}},&quot;810fb621-6a92-4d1b-beb8-1fc42881f412&quot;:{&quot;id&quot;:&quot;810fb621-6a92-4d1b-beb8-1fc42881f412&quot;,&quot;type&quot;:&quot;FIGURE_OBJECT&quot;,&quot;relativeTransform&quot;:{&quot;translate&quot;:{&quot;x&quot;:152.04393644971137,&quot;y&quot;:7.69353206024959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22,0&quot;}],&quot;_lastCaretLocation&quot;:{&quot;lineIndex&quot;:0,&quot;runIndex&quot;:2,&quot;charIndex&quot;:4}},&quot;format&quot;:&quot;BETTER_TEXT&quot;,&quot;size&quot;:{&quot;x&quot;:44.035909151411424,&quot;y&quot;:32.867551112699296},&quot;targetSize&quot;:{&quot;x&quot;:44.035909151411424,&quot;y&quot;:32.867551112699296}},&quot;parent&quot;:{&quot;type&quot;:&quot;CHILD&quot;,&quot;parentId&quot;:&quot;9f347485-2914-4aaf-a8e6-04936dc52b8b&quot;,&quot;order&quot;:&quot;3&quot;}},&quot;ef8cf5c9-e24b-4234-a806-bd8405be4ea1&quot;:{&quot;id&quot;:&quot;ef8cf5c9-e24b-4234-a806-bd8405be4ea1&quot;,&quot;type&quot;:&quot;FIGURE_OBJECT&quot;,&quot;relativeTransform&quot;:{&quot;translate&quot;:{&quot;x&quot;:152.04387716986264,&quot;y&quot;:55.12899103700337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32,0&quot;}],&quot;_lastCaretLocation&quot;:{&quot;lineIndex&quot;:0,&quot;runIndex&quot;:2,&quot;charIndex&quot;:4}},&quot;format&quot;:&quot;BETTER_TEXT&quot;,&quot;size&quot;:{&quot;x&quot;:44.035909151411424,&quot;y&quot;:32.867551112699296},&quot;targetSize&quot;:{&quot;x&quot;:44.035909151411424,&quot;y&quot;:32.867551112699296}},&quot;parent&quot;:{&quot;type&quot;:&quot;CHILD&quot;,&quot;parentId&quot;:&quot;9f347485-2914-4aaf-a8e6-04936dc52b8b&quot;,&quot;order&quot;:&quot;5&quot;}},&quot;febf76a0-ed41-4e83-bc8e-18e4095d6bdb&quot;:{&quot;id&quot;:&quot;febf76a0-ed41-4e83-bc8e-18e4095d6bdb&quot;,&quot;type&quot;:&quot;FIGURE_OBJECT&quot;,&quot;relativeTransform&quot;:{&quot;translate&quot;:{&quot;x&quot;:155.36357228234664,&quot;y&quot;:127.50272428203527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10,2&quot;}],&quot;_lastCaretLocation&quot;:{&quot;lineIndex&quot;:0,&quot;runIndex&quot;:2,&quot;charIndex&quot;:4}},&quot;format&quot;:&quot;BETTER_TEXT&quot;,&quot;size&quot;:{&quot;x&quot;:50.67677844756668,&quot;y&quot;:32.867551112699296},&quot;targetSize&quot;:{&quot;x&quot;:50.67677844756668,&quot;y&quot;:32.867551112699296}},&quot;parent&quot;:{&quot;type&quot;:&quot;CHILD&quot;,&quot;parentId&quot;:&quot;9f347485-2914-4aaf-a8e6-04936dc52b8b&quot;,&quot;order&quot;:&quot;6&quot;}},&quot;58509044-cf49-4d8c-8fdb-235515a10fc4&quot;:{&quot;id&quot;:&quot;58509044-cf49-4d8c-8fdb-235515a10fc4&quot;,&quot;type&quot;:&quot;FIGURE_OBJECT&quot;,&quot;relativeTransform&quot;:{&quot;translate&quot;:{&quot;x&quot;:152.04351457882035,&quot;y&quot;:247.614103512013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style&quot;:{&quot;fontFamily&quot;:&quot;Arial&quot;,&quot;fontSize&quot;:20,&quot;color&quot;:&quot;black&quot;,&quot;fontWeight&quot;:&quot;normal&quot;,&quot;fontStyle&quot;:&quot;normal&quot;,&quot;decoration&quot;:&quot;none&quot;},&quot;range&quot;:[0,0]},{&quot;style&quot;:{&quot;fontFamily&quot;:&quot;Arial&quot;,&quot;fontSize&quot;:20,&quot;color&quot;:&quot;black&quot;,&quot;fontWeight&quot;:&quot;normal&quot;,&quot;fontStyle&quot;:&quot;normal&quot;,&quot;decoration&quot;:&quot;none&quot;,&quot;script&quot;:&quot;sub&quot;},&quot;range&quot;:[1,1]},{&quot;style&quot;:{&quot;fontFamily&quot;:&quot;Arial&quot;,&quot;fontSize&quot;:20,&quot;color&quot;:&quot;black&quot;,&quot;fontWeight&quot;:&quot;normal&quot;,&quot;fontStyle&quot;:&quot;normal&quot;,&quot;decoration&quot;:&quot;none&quot;,&quot;script&quot;:&quot;super&quot;},&quot;range&quot;:[2,4]}],&quot;text&quot;:&quot;W20,2&quot;}],&quot;_lastCaretLocation&quot;:{&quot;lineIndex&quot;:0,&quot;runIndex&quot;:2,&quot;charIndex&quot;:4}},&quot;format&quot;:&quot;BETTER_TEXT&quot;,&quot;size&quot;:{&quot;x&quot;:44.035909151411424,&quot;y&quot;:32.867551112699296},&quot;targetSize&quot;:{&quot;x&quot;:44.035909151411424,&quot;y&quot;:32.867551112699296}},&quot;parent&quot;:{&quot;type&quot;:&quot;CHILD&quot;,&quot;parentId&quot;:&quot;9f347485-2914-4aaf-a8e6-04936dc52b8b&quot;,&quot;order&quot;:&quot;7&quot;}},&quot;128aa89a-0c8f-4f26-8298-db84c4a9652a&quot;:{&quot;type&quot;:&quot;FIGURE_OBJECT&quot;,&quot;id&quot;:&quot;128aa89a-0c8f-4f26-8298-db84c4a9652a&quot;,&quot;relativeTransform&quot;:{&quot;translate&quot;:{&quot;x&quot;:203.52643016689183,&quot;y&quot;:312.26750350005557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11.69038474869902,&quot;y&quot;:30.931556786411463},&quot;cornerRounding&quot;:{&quot;type&quot;:&quot;ARC_LENGTH&quot;,&quot;global&quot;:6.324552885632121}},&quot;pathStyles&quot;:[{&quot;type&quot;:&quot;FILL&quot;,&quot;fillStyle&quot;:&quot;rgba(252, 229, 234, 1)&quot;},{&quot;type&quot;:&quot;STROKE&quot;,&quot;strokeStyle&quot;:&quot;rgba(0,0,0,0)&quot;,&quot;lineWidth&quot;:1,&quot;lineJoin&quot;:&quot;round&quot;}],&quot;isLocked&quot;:false,&quot;parent&quot;:{&quot;type&quot;:&quot;CHILD&quot;,&quot;parentId&quot;:&quot;a1d114bb-152c-44d6-a90a-5192c4370d2b&quot;,&quot;order&quot;:&quot;6&quot;}},&quot;255d7f63-62a4-4bfa-974c-6f0f58c21650&quot;:{&quot;type&quot;:&quot;FIGURE_OBJECT&quot;,&quot;id&quot;:&quot;255d7f63-62a4-4bfa-974c-6f0f58c21650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rgb(0,0,0)&quot;,&quot;fontWeight&quot;:&quot;bold&quot;,&quot;fontStyle&quot;:&quot;normal&quot;,&quot;decoration&quot;:&quot;none&quot;,&quot;script&quot;:&quot;none&quot;},&quot;range&quot;:[0,10]}],&quot;text&quot;:&quot;Descriptors&quot;}],&quot;verticalAlign&quot;:&quot;TOP&quot;,&quot;_lastCaretLocation&quot;:{&quot;lineIndex&quot;:0,&quot;runIndex&quot;:-1,&quot;charIndex&quot;:-1,&quot;endOfLine&quot;:true}},&quot;size&quot;:{&quot;x&quot;:110.94001007080078,&quot;y&quot;:20},&quot;targetSize&quot;:{&quot;x&quot;:110.85766921114413,&quot;y&quot;:2},&quot;format&quot;:&quot;BETTER_TEXT&quot;,&quot;verticalAlign&quot;:&quot;TOP&quot;},&quot;parent&quot;:{&quot;type&quot;:&quot;CHILD&quot;,&quot;parentId&quot;:&quot;128aa89a-0c8f-4f26-8298-db84c4a9652a&quot;,&quot;order&quot;:&quot;5&quot;}},&quot;a03a9378-e737-406c-882d-e6f8f59fe35a&quot;:{&quot;type&quot;:&quot;FIGURE_OBJECT&quot;,&quot;id&quot;:&quot;a03a9378-e737-406c-882d-e6f8f59fe35a&quot;,&quot;relativeTransform&quot;:{&quot;translate&quot;:{&quot;x&quot;:339.53060737689214,&quot;y&quot;:314.44701444150024},&quot;rotate&quot;:0,&quot;skewX&quot;:0,&quot;scale&quot;:{&quot;x&quot;:1,&quot;y&quot;:1}},&quot;layout&quot;:{&quot;sizeRatio&quot;:{&quot;x&quot;:0.99328165374677,&quot;y&quot;:0.95},&quot;keepAspectRatio&quot;:false},&quot;opacity&quot;:1,&quot;path&quot;:{&quot;type&quot;:&quot;RECT&quot;,&quot;size&quot;:{&quot;x&quot;:146.3431847976224,&quot;y&quot;:42.10526315789474},&quot;cornerRounding&quot;:{&quot;type&quot;:&quot;ARC_LENGTH&quot;,&quot;global&quot;:6.324552885632121}},&quot;pathStyles&quot;:[{&quot;type&quot;:&quot;FILL&quot;,&quot;fillStyle&quot;:&quot;rgba(252, 229, 234, 1)&quot;},{&quot;type&quot;:&quot;STROKE&quot;,&quot;strokeStyle&quot;:&quot;rgba(0,0,0,0)&quot;,&quot;lineWidth&quot;:1,&quot;lineJoin&quot;:&quot;round&quot;}],&quot;isLocked&quot;:false,&quot;parent&quot;:{&quot;type&quot;:&quot;CHILD&quot;,&quot;parentId&quot;:&quot;a1d114bb-152c-44d6-a90a-5192c4370d2b&quot;,&quot;order&quot;:&quot;5&quot;}},&quot;972a3b29-8ca1-4202-9294-8d91eaf41df7&quot;:{&quot;type&quot;:&quot;FIGURE_OBJECT&quot;,&quot;id&quot;:&quot;972a3b29-8ca1-4202-9294-8d91eaf41df7&quot;,&quot;relativeTransform&quot;:{&quot;translate&quot;:{&quot;x&quot;:0,&quot;y&quot;:0},&quot;rotate&quot;:0},&quot;text&quot;:{&quot;textData&quot;:{&quot;lineSpacing&quot;:&quot;normal&quot;,&quot;alignment&quot;:&quot;center&quot;,&quot;lines&quot;:[{&quot;runs&quot;:[{&quot;style&quot;:{&quot;fontFamily&quot;:&quot;Arial&quot;,&quot;fontSize&quot;:20,&quot;color&quot;:&quot;rgb(0,0,0)&quot;,&quot;fontWeight&quot;:&quot;bold&quot;,&quot;fontStyle&quot;:&quot;normal&quot;,&quot;decoration&quot;:&quot;none&quot;,&quot;script&quot;:&quot;none&quot;},&quot;range&quot;:[0,20]}],&quot;text&quot;:&quot;Visual Representation&quot;}],&quot;verticalAlign&quot;:&quot;TOP&quot;,&quot;_lastCaretLocation&quot;:{&quot;lineIndex&quot;:0,&quot;runIndex&quot;:0,&quot;charIndex&quot;:7}},&quot;size&quot;:{&quot;x&quot;:145.36000061035156,&quot;y&quot;:40},&quot;targetSize&quot;:{&quot;x&quot;:135.48427201060215,&quot;y&quot;:2},&quot;format&quot;:&quot;BETTER_TEXT&quot;,&quot;verticalAlign&quot;:&quot;TOP&quot;},&quot;parent&quot;:{&quot;type&quot;:&quot;CHILD&quot;,&quot;parentId&quot;:&quot;a03a9378-e737-406c-882d-e6f8f59fe35a&quot;,&quot;order&quot;:&quot;5&quot;}},&quot;3961a529-4245-4cce-afce-996380efe84f&quot;:{&quot;type&quot;:&quot;FIGURE_OBJECT&quot;,&quot;id&quot;:&quot;3961a529-4245-4cce-afce-996380efe84f&quot;,&quot;parent&quot;:{&quot;type&quot;:&quot;CHILD&quot;,&quot;parentId&quot;:&quot;a1d114bb-152c-44d6-a90a-5192c4370d2b&quot;,&quot;order&quot;:&quot;2&quot;},&quot;relativeTransform&quot;:{&quot;translate&quot;:{&quot;x&quot;:27.80647682447176,&quot;y&quot;:-0.9505417834021728},&quot;rotate&quot;:0,&quot;skewX&quot;:0,&quot;scale&quot;:{&quot;x&quot;:1,&quot;y&quot;:1}}},&quot;52d97495-3801-40a4-87f5-41373910e05b&quot;:{&quot;id&quot;:&quot;52d97495-3801-40a4-87f5-41373910e05b&quot;,&quot;type&quot;:&quot;FIGURE_OBJECT&quot;,&quot;relativeTransform&quot;:{&quot;translate&quot;:{&quot;x&quot;:218.70871157168864,&quot;y&quot;:390.9509732959476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22],&quot;style&quot;:{&quot;fontWeight&quot;:&quot;normal&quot;,&quot;fontStyle&quot;:&quot;normal&quot;,&quot;fontSize&quot;:20,&quot;fontFamily&quot;:&quot;Arial&quot;,&quot;color&quot;:&quot;black&quot;,&quot;decoration&quot;:&quot;none&quot;}}],&quot;text&quot;:&quot;Solid Moment Tensor(MT)&quot;,&quot;baseStyle&quot;:{&quot;fontFamily&quot;:&quot;Arial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0,&quot;runIndex&quot;:0,&quot;charIndex&quot;:19}},&quot;format&quot;:&quot;BETTER_TEXT&quot;,&quot;size&quot;:{&quot;x&quot;:102.08000183105469,&quot;y&quot;:60},&quot;targetSize&quot;:{&quot;x&quot;:83.98661427249189,&quot;y&quot;:32.86762799819012}},&quot;parent&quot;:{&quot;type&quot;:&quot;CHILD&quot;,&quot;parentId&quot;:&quot;3961a529-4245-4cce-afce-996380efe84f&quot;,&quot;order&quot;:&quot;1&quot;}},&quot;6fd43c9a-61cb-4039-bab9-eef74843b67e&quot;:{&quot;id&quot;:&quot;6fd43c9a-61cb-4039-bab9-eef74843b67e&quot;,&quot;type&quot;:&quot;FIGURE_OBJECT&quot;,&quot;relativeTransform&quot;:{&quot;translate&quot;:{&quot;x&quot;:210.65157231181576,&quot;y&quot;:458.13049380717865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8],&quot;style&quot;:{&quot;fontWeight&quot;:&quot;normal&quot;,&quot;fontStyle&quot;:&quot;normal&quot;,&quot;fontSize&quot;:20,&quot;fontFamily&quot;:&quot;Arial&quot;,&quot;color&quot;:&quot;black&quot;,&quot;decoration&quot;:&quot;none&quot;}}],&quot;text&quot;:&quot;Hollow MT&quot;}],&quot;_lastCaretLocation&quot;:{&quot;lineIndex&quot;:0,&quot;runIndex&quot;:-1,&quot;charIndex&quot;:-1,&quot;endOfLine&quot;:true}},&quot;format&quot;:&quot;BETTER_TEXT&quot;,&quot;size&quot;:{&quot;x&quot;:83.98609728652993,&quot;y&quot;:45.641752041134254},&quot;targetSize&quot;:{&quot;x&quot;:83.98609728652993,&quot;y&quot;:45.641752041134254}},&quot;parent&quot;:{&quot;type&quot;:&quot;CHILD&quot;,&quot;parentId&quot;:&quot;3961a529-4245-4cce-afce-996380efe84f&quot;,&quot;order&quot;:&quot;2&quot;}},&quot;52c83f3e-29f9-4553-a91f-01cc1d781d1e&quot;:{&quot;id&quot;:&quot;52c83f3e-29f9-4553-a91f-01cc1d781d1e&quot;,&quot;type&quot;:&quot;FIGURE_OBJECT&quot;,&quot;relativeTransform&quot;:{&quot;translate&quot;:{&quot;x&quot;:210.65220090410844,&quot;y&quot;:521.384537435046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6],&quot;style&quot;:{&quot;fontWeight&quot;:&quot;normal&quot;,&quot;fontStyle&quot;:&quot;normal&quot;,&quot;fontSize&quot;:20,&quot;fontFamily&quot;:&quot;Arial&quot;,&quot;color&quot;:&quot;black&quot;,&quot;decoration&quot;:&quot;none&quot;}}],&quot;text&quot;:&quot;Wire MT&quot;}],&quot;_lastCaretLocation&quot;:{&quot;lineIndex&quot;:0,&quot;runIndex&quot;:-1,&quot;charIndex&quot;:-1,&quot;endOfLine&quot;:true}},&quot;format&quot;:&quot;BETTER_TEXT&quot;,&quot;size&quot;:{&quot;x&quot;:83.98669943800842,&quot;y&quot;:32.86762799819012},&quot;targetSize&quot;:{&quot;x&quot;:83.98669943800842,&quot;y&quot;:32.86762799819012}},&quot;parent&quot;:{&quot;type&quot;:&quot;CHILD&quot;,&quot;parentId&quot;:&quot;3961a529-4245-4cce-afce-996380efe84f&quot;,&quot;order&quot;:&quot;3&quot;}},&quot;691bba13-5568-4136-bc4d-b861db531853&quot;:{&quot;id&quot;:&quot;691bba13-5568-4136-bc4d-b861db531853&quot;,&quot;type&quot;:&quot;FIGURE_OBJECT&quot;,&quot;relativeTransform&quot;:{&quot;translate&quot;:{&quot;x&quot;:206.55547129374764,&quot;y&quot;:575.7713998850594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8],&quot;style&quot;:{&quot;fontWeight&quot;:&quot;normal&quot;,&quot;fontStyle&quot;:&quot;normal&quot;,&quot;fontSize&quot;:20,&quot;fontFamily&quot;:&quot;Arial&quot;,&quot;color&quot;:&quot;black&quot;,&quot;decoration&quot;:&quot;none&quot;}}],&quot;text&quot;:&quot;Vertices &quot;},{&quot;runs&quot;:[{&quot;range&quot;:[0,1],&quot;style&quot;:{&quot;fontWeight&quot;:&quot;normal&quot;,&quot;fontStyle&quot;:&quot;normal&quot;,&quot;fontSize&quot;:20,&quot;fontFamily&quot;:&quot;Arial&quot;,&quot;color&quot;:&quot;black&quot;,&quot;decoration&quot;:&quot;none&quot;}}],&quot;text&quot;:&quot;MT&quot;,&quot;baseStyle&quot;:{&quot;fontFamily&quot;:&quot;Roboto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1,&quot;runIndex&quot;:0,&quot;charIndex&quot;:0}},&quot;format&quot;:&quot;BETTER_TEXT&quot;,&quot;size&quot;:{&quot;x&quot;:77.77321708710812,&quot;y&quot;:45.641752041134254},&quot;targetSize&quot;:{&quot;x&quot;:77.77321708710812,&quot;y&quot;:45.641752041134254}},&quot;parent&quot;:{&quot;type&quot;:&quot;CHILD&quot;,&quot;parentId&quot;:&quot;3961a529-4245-4cce-afce-996380efe84f&quot;,&quot;order&quot;:&quot;5&quot;}},&quot;2bb8993a-17dd-4ff3-aebe-0b6c3ecd1918&quot;:{&quot;id&quot;:&quot;2bb8993a-17dd-4ff3-aebe-0b6c3ecd1918&quot;,&quot;type&quot;:&quot;FIGURE_OBJECT&quot;,&quot;relativeTransform&quot;:{&quot;translate&quot;:{&quot;x&quot;:218.45334357058312,&quot;y&quot;:770.1296886055171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21],&quot;style&quot;:{&quot;fontWeight&quot;:&quot;normal&quot;,&quot;fontStyle&quot;:&quot;normal&quot;,&quot;fontSize&quot;:20,&quot;fontFamily&quot;:&quot;Arial&quot;,&quot;color&quot;:&quot;black&quot;,&quot;decoration&quot;:&quot;none&quot;}}],&quot;text&quot;:&quot;Curvature Distribution&quot;,&quot;baseStyle&quot;:{&quot;fontFamily&quot;:&quot;Roboto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99.82000732421875,&quot;y&quot;:45.641752041134254},&quot;targetSize&quot;:{&quot;x&quot;:77.0795703463748,&quot;y&quot;:45.641752041134254}},&quot;parent&quot;:{&quot;type&quot;:&quot;CHILD&quot;,&quot;parentId&quot;:&quot;3961a529-4245-4cce-afce-996380efe84f&quot;,&quot;order&quot;:&quot;6&quot;}},&quot;634073b6-0b4f-43d2-9dc5-fb386de80d19&quot;:{&quot;id&quot;:&quot;634073b6-0b4f-43d2-9dc5-fb386de80d19&quot;,&quot;type&quot;:&quot;FIGURE_OBJECT&quot;,&quot;relativeTransform&quot;:{&quot;translate&quot;:{&quot;x&quot;:218.45316660478508,&quot;y&quot;:644.9505784804122},&quot;rotate&quot;:0,&quot;skewX&quot;:0,&quot;scale&quot;:{&quot;x&quot;:1,&quot;y&quot;:1}},&quot;text&quot;:{&quot;textData&quot;:{&quot;lineSpacing&quot;:&quot;normal&quot;,&quot;alignment&quot;:&quot;left&quot;,&quot;verticalAlign&quot;:&quot;TOP&quot;,&quot;lines&quot;:[{&quot;runs&quot;:[{&quot;range&quot;:[0,18],&quot;style&quot;:{&quot;fontWeight&quot;:&quot;normal&quot;,&quot;fontStyle&quot;:&quot;normal&quot;,&quot;fontSize&quot;:20,&quot;fontFamily&quot;:&quot;Arial&quot;,&quot;color&quot;:&quot;black&quot;,&quot;decoration&quot;:&quot;none&quot;}}],&quot;text&quot;:&quot;Normal Distribution&quot;,&quot;baseStyle&quot;:{&quot;fontFamily&quot;:&quot;Roboto&quot;,&quot;fontSize&quot;:20,&quot;color&quot;:&quot;black&quot;,&quot;fontWeight&quot;:&quot;normal&quot;,&quot;fontStyle&quot;:&quot;normal&quot;,&quot;decoration&quot;:&quot;none&quot;,&quot;script&quot;:&quot;none&quot;}}],&quot;_lastCaretLocation&quot;:{&quot;lineIndex&quot;:0,&quot;runIndex&quot;:-1,&quot;charIndex&quot;:-1,&quot;endOfLine&quot;:true}},&quot;format&quot;:&quot;BETTER_TEXT&quot;,&quot;size&quot;:{&quot;x&quot;:99.82000732421875,&quot;y&quot;:40},&quot;targetSize&quot;:{&quot;x&quot;:77.0795703463748,&quot;y&quot;:32.86762799819012}},&quot;parent&quot;:{&quot;type&quot;:&quot;CHILD&quot;,&quot;parentId&quot;:&quot;3961a529-4245-4cce-afce-996380efe84f&quot;,&quot;order&quot;:&quot;7&quot;}},&quot;e33de5b0-55a3-4b18-9c2f-bb7c9f9602dc&quot;:{&quot;type&quot;:&quot;FIGURE_OBJECT&quot;,&quot;id&quot;:&quot;e33de5b0-55a3-4b18-9c2f-bb7c9f9602dc&quot;,&quot;parent&quot;:{&quot;type&quot;:&quot;CHILD&quot;,&quot;parentId&quot;:&quot;a1d114bb-152c-44d6-a90a-5192c4370d2b&quot;,&quot;order&quot;:&quot;7&quot;},&quot;relativeTransform&quot;:{}},&quot;6e525764-4152-4549-a53e-2302232e0a0e&quot;:{&quot;type&quot;:&quot;FIGURE_OBJECT&quot;,&quot;id&quot;:&quot;6e525764-4152-4549-a53e-2302232e0a0e&quot;,&quot;parent&quot;:{&quot;type&quot;:&quot;CHILD&quot;,&quot;parentId&quot;:&quot;e33de5b0-55a3-4b18-9c2f-bb7c9f9602dc&quot;,&quot;order&quot;:&quot;1&quot;},&quot;relativeTransform&quot;:{&quot;translate&quot;:{&quot;x&quot;:577.1045961536397,&quot;y&quot;:467.57354076584954},&quot;rotate&quot;:0,&quot;skewX&quot;:0,&quot;scale&quot;:{&quot;x&quot;:1,&quot;y&quot;:1}}},&quot;822427e0-1539-45bc-aa52-f4861746ea15&quot;:{&quot;id&quot;:&quot;822427e0-1539-45bc-aa52-f4861746ea15&quot;,&quot;name&quot;:&quot;image.png&quot;,&quot;type&quot;:&quot;FIGURE_OBJECT&quot;,&quot;relativeTransform&quot;:{&quot;translate&quot;:{&quot;x&quot;:-222.18657044126914,&quot;y&quot;:-81.20522067891153},&quot;rotate&quot;:0,&quot;skewX&quot;:0,&quot;scale&quot;:{&quot;x&quot;:0.34775378307483723,&quot;y&quot;:0.3577162056245463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6e525764-4152-4549-a53e-2302232e0a0e&quot;,&quot;order&quot;:&quot;5&quot;},&quot;styles&quot;:{&quot;editable&quot;:[{&quot;styleName&quot;:&quot;MONOCHROME_COLOR&quot;,&quot;index&quot;:0,&quot;color&quot;:&quot;#BBBBBC&quot;}]}},&quot;43d093b7-4b9b-4708-9982-8c20229b8fc7&quot;:{&quot;type&quot;:&quot;FIGURE_OBJECT&quot;,&quot;id&quot;:&quot;43d093b7-4b9b-4708-9982-8c20229b8fc7&quot;,&quot;parent&quot;:{&quot;type&quot;:&quot;CROP&quot;,&quot;parentId&quot;:&quot;6e525764-4152-4549-a53e-2302232e0a0e&quot;,&quot;order&quot;:&quot;5&quot;},&quot;relativeTransform&quot;:{&quot;translate&quot;:{&quot;x&quot;:-222.18657044126914,&quot;y&quot;:-81.20522067891153},&quot;rotate&quot;:0,&quot;skewX&quot;:0,&quot;scale&quot;:{&quot;x&quot;:46.48194130208221,&quot;y&quot;:47.813552236944304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72ae3501-4639-41b1-b43b-2fcbf3eb5004&quot;:{&quot;type&quot;:&quot;FIGURE_OBJECT&quot;,&quot;id&quot;:&quot;72ae3501-4639-41b1-b43b-2fcbf3eb5004&quot;,&quot;parent&quot;:{&quot;type&quot;:&quot;CHILD&quot;,&quot;parentId&quot;:&quot;e33de5b0-55a3-4b18-9c2f-bb7c9f9602dc&quot;,&quot;order&quot;:&quot;2&quot;},&quot;relativeTransform&quot;:{&quot;translate&quot;:{&quot;x&quot;:102.51630352032946,&quot;y&quot;:484.2217973640286},&quot;rotate&quot;:0,&quot;skewX&quot;:0,&quot;scale&quot;:{&quot;x&quot;:1,&quot;y&quot;:1}}},&quot;2f1c1ce7-e52e-405b-a2a0-8d4402049337&quot;:{&quot;id&quot;:&quot;2f1c1ce7-e52e-405b-a2a0-8d4402049337&quot;,&quot;name&quot;:&quot;image.png&quot;,&quot;type&quot;:&quot;FIGURE_OBJECT&quot;,&quot;relativeTransform&quot;:{&quot;translate&quot;:{&quot;x&quot;:247.76586919026576,&quot;y&quot;:-24.950661948657373},&quot;rotate&quot;:0,&quot;skewX&quot;:0,&quot;scale&quot;:{&quot;x&quot;:0.3111993125448729,&quot;y&quot;:0.3139235662651021}},&quot;image&quot;:{&quot;url&quot;:&quot;https://core.services.biorender.com/api/uploads/noredirect/68a510f0ea18213cbb1691bb/1755648240195_cb0f5fbd-0388-46f1-8041-5e49cd664736_icon.png&quot;,&quot;isPremium&quot;:false,&quot;isSignedURL&quot;:true,&quot;size&quot;:{&quot;x&quot;:300,&quot;y&quot;:238.9270976616231}},&quot;source&quot;:{&quot;id&quot;:&quot;68a510f0ea18213cbb1691bb&quot;,&quot;type&quot;:&quot;UPLOADS&quot;},&quot;isPremium&quot;:false,&quot;parent&quot;:{&quot;type&quot;:&quot;CHILD&quot;,&quot;parentId&quot;:&quot;72ae3501-4639-41b1-b43b-2fcbf3eb5004&quot;,&quot;order&quot;:&quot;5&quot;},&quot;styles&quot;:{&quot;editable&quot;:[{&quot;styleName&quot;:&quot;MONOCHROME_COLOR&quot;,&quot;index&quot;:0,&quot;color&quot;:&quot;#BBBBBC&quot;}]}},&quot;839ea6a8-f498-4e57-9ebc-9b73640b2d91&quot;:{&quot;type&quot;:&quot;FIGURE_OBJECT&quot;,&quot;id&quot;:&quot;839ea6a8-f498-4e57-9ebc-9b73640b2d91&quot;,&quot;parent&quot;:{&quot;type&quot;:&quot;CROP&quot;,&quot;parentId&quot;:&quot;72ae3501-4639-41b1-b43b-2fcbf3eb5004&quot;,&quot;order&quot;:&quot;5&quot;},&quot;relativeTransform&quot;:{&quot;translate&quot;:{&quot;x&quot;:247.76586919026576,&quot;y&quot;:-24.950661948657373},&quot;rotate&quot;:0,&quot;skewX&quot;:0,&quot;scale&quot;:{&quot;x&quot;:37.176974270319405,&quot;y&quot;:37.50242328765353}},&quot;path&quot;:{&quot;type&quot;:&quot;POLY_LINE&quot;,&quot;points&quot;:[{&quot;x&quot;:-0.39796232948676824,&quot;y&quot;:-0.9821261945480637},{&quot;x&quot;:-0.2620558566508935,&quot;y&quot;:-0.8608865718735346},{&quot;x&quot;:0,&quot;y&quot;:-0.7},{&quot;x&quot;:0.3463957318909996,&quot;y&quot;:-0.44279146378199896},{&quot;x&quot;:0.7,&quot;y&quot;:-0.2},{&quot;x&quot;:1.0771057709165577,&quot;y&quot;:0.06644908325350585},{&quot;x&quot;:1.1917711601403251,&quot;y&quot;:0.2681547189512677},{&quot;x&quot;:1.1842270287902004,&quot;y&quot;:0.43748863087115797},{&quot;x&quot;:1.1406402163500706,&quot;y&quot;:0.5996140065730474},{&quot;x&quot;:1.0353303125433078,&quot;y&quot;:0.7238945671304317},{&quot;x&quot;:0.9300204087365458,&quot;y&quot;:0.7977153741618093},{&quot;x&quot;:0.813111571957033,&quot;y&quot;:0.8444374811725502},{&quot;x&quot;:0.47116585512799514,&quot;y&quot;:0.8009195070520136},{&quot;x&quot;:-0.471165855127996,&quot;y&quot;:0.6243103697109895},{&quot;x&quot;:-0.9998623283735402,&quot;y&quot;:0.5188386914064185},{&quot;x&quot;:-1.0894035617097888,&quot;y&quot;:0.44447724360013},{&quot;x&quot;:-1.1539976529774156,&quot;y&quot;:0.3280026212989749},{&quot;x&quot;:-1.1753405269370374,&quot;y&quot;:0.19711092656181783},{&quot;x&quot;:-1.1673614732527335,&quot;y&quot;:-0.029103736831567195},{&quot;x&quot;:-1.076484253061417,&quot;y&quot;:-0.3850720521489701},{&quot;x&quot;:-0.8399449323806074,&quot;y&quot;:-0.7574866195830268},{&quot;x&quot;:-0.6748197866231962,&quot;y&quot;:-0.8968384178830489},{&quot;x&quot;:-0.5435995942729841,&quot;y&quot;:-0.9611079148695592}],&quot;closed&quot;:true,&quot;cornerRounding&quot;:{&quot;type&quot;:&quot;ARC_LENGTH&quot;,&quot;global&quot;:0.2}},&quot;pathStyles&quot;:[{&quot;type&quot;:&quot;FILL&quot;,&quot;fillStyle&quot;:&quot;#fff&quot;}],&quot;isFrozen&quot;:true,&quot;connectorInfo&quot;:{&quot;type&quot;:&quot;ELBOW&quot;,&quot;offset&quot;:{&quot;x&quot;:0,&quot;y&quot;:0},&quot;customized&quot;:true}},&quot;86c4c9f9-9c46-441c-a0b4-b7e8c454a514&quot;:{&quot;type&quot;:&quot;FIGURE_OBJECT&quot;,&quot;id&quot;:&quot;86c4c9f9-9c46-441c-a0b4-b7e8c454a514&quot;,&quot;parent&quot;:{&quot;type&quot;:&quot;CHILD&quot;,&quot;parentId&quot;:&quot;e33de5b0-55a3-4b18-9c2f-bb7c9f9602dc&quot;,&quot;order&quot;:&quot;3&quot;},&quot;relativeTransform&quot;:{&quot;translate&quot;:{&quot;x&quot;:213.01703448709026,&quot;y&quot;:566.4141342286478},&quot;rotate&quot;:-0.19165938586083345,&quot;skewX&quot;:0,&quot;scale&quot;:{&quot;x&quot;:1,&quot;y&quot;:1}},&quot;opacity&quot;:0.75},&quot;69573d34-63e4-4366-ac25-02a47c574fa7&quot;:{&quot;id&quot;:&quot;69573d34-63e4-4366-ac25-02a47c574fa7&quot;,&quot;name&quot;:&quot;image.png&quot;,&quot;type&quot;:&quot;FIGURE_OBJECT&quot;,&quot;relativeTransform&quot;:{&quot;translate&quot;:{&quot;x&quot;:131.3640769750465,&quot;y&quot;:49.862887055811065},&quot;rotate&quot;:0,&quot;skewX&quot;:-0.01056474429648626,&quot;scale&quot;:{&quot;x&quot;:0.33775992357306317,&quot;y&quot;:0.34674361087465116}},&quot;image&quot;:{&quot;url&quot;:&quot;https://core.services.biorender.com/api/uploads/noredirect/68a517c6a53bade69c27e56b/1755649990260_34c200e9-1b84-4944-aec2-d64d8b4e3e9f_icon.png&quot;,&quot;isPremium&quot;:false,&quot;isSignedURL&quot;:true,&quot;size&quot;:{&quot;x&quot;:300,&quot;y&quot;:252.42857142857142}},&quot;source&quot;:{&quot;id&quot;:&quot;68a517c6a53bade69c27e56b&quot;,&quot;type&quot;:&quot;UPLOADS&quot;},&quot;isPremium&quot;:false,&quot;parent&quot;:{&quot;type&quot;:&quot;CHILD&quot;,&quot;parentId&quot;:&quot;86c4c9f9-9c46-441c-a0b4-b7e8c454a514&quot;,&quot;order&quot;:&quot;5&quot;},&quot;styles&quot;:{&quot;editable&quot;:[{&quot;styleName&quot;:&quot;MONOCHROME_COLOR&quot;,&quot;index&quot;:0,&quot;color&quot;:&quot;#BBBBBC&quot;}]}},&quot;b15b1e17-951b-4379-8fec-2cade8748ce6&quot;:{&quot;type&quot;:&quot;FIGURE_OBJECT&quot;,&quot;id&quot;:&quot;b15b1e17-951b-4379-8fec-2cade8748ce6&quot;,&quot;parent&quot;:{&quot;type&quot;:&quot;CROP&quot;,&quot;parentId&quot;:&quot;86c4c9f9-9c46-441c-a0b4-b7e8c454a514&quot;,&quot;order&quot;:&quot;5&quot;},&quot;relativeTransform&quot;:{&quot;translate&quot;:{&quot;x&quot;:130.808578102406,&quot;y&quot;:49.14050453315553},&quot;rotate&quot;:0,&quot;skewX&quot;:-0.010564744296486255,&quot;scale&quot;:{&quot;x&quot;:42.630127496685894,&quot;y&quot;:43.76399717253629}},&quot;path&quot;:{&quot;type&quot;:&quot;POLY_LINE&quot;,&quot;points&quot;:[{&quot;x&quot;:-1.0565364853003594,&quot;y&quot;:0.08390868273917462},{&quot;x&quot;:-0.8939327349245891,&quot;y&quot;:-0.4680036686106246},{&quot;x&quot;:-0.8204631058739089,&quot;y&quot;:-0.5874504683460987},{&quot;x&quot;:-0.4424353850778706,&quot;y&quot;:-0.9286832441532606},{&quot;x&quot;:0.0363139012805922,&quot;y&quot;:-0.5613469223831936},{&quot;x&quot;:0.6273061552336134,&quot;y&quot;:-0.11327109721632711},{&quot;x&quot;:0.8072580508627851,&quot;y&quot;:0.008427639030891276},{&quot;x&quot;:0.9806074189863945,&quot;y&quot;:0.14333143028923478},{&quot;x&quot;:1.0098377490531418,&quot;y&quot;:0.3328428449468379},{&quot;x&quot;:0.9664402765587039,&quot;y&quot;:0.5553668971322521},{&quot;x&quot;:0.7662327758071643,&quot;y&quot;:0.7630352624301517},{&quot;x&quot;:0.6155442313473389,&quot;y&quot;:0.8155442313473389},{&quot;x&quot;:0.13384264053397343,&quot;y&quot;:0.5976608236637857}],&quot;closed&quot;:true,&quot;cornerRounding&quot;:{&quot;type&quot;:&quot;ARC_LENGTH&quot;,&quot;global&quot;:0.2}},&quot;pathStyles&quot;:[{&quot;type&quot;:&quot;FILL&quot;,&quot;fillStyle&quot;:&quot;#fff&quot;}],&quot;isFrozen&quot;:true,&quot;connectorInfo&quot;:{&quot;type&quot;:&quot;ELBOW&quot;,&quot;offset&quot;:{&quot;x&quot;:0,&quot;y&quot;:0},&quot;customized&quot;:true}},&quot;f2ec6132-9d90-420b-8da0-992d85a68fd6&quot;:{&quot;type&quot;:&quot;FIGURE_OBJECT&quot;,&quot;id&quot;:&quot;f2ec6132-9d90-420b-8da0-992d85a68fd6&quot;,&quot;parent&quot;:{&quot;type&quot;:&quot;CHILD&quot;,&quot;parentId&quot;:&quot;e33de5b0-55a3-4b18-9c2f-bb7c9f9602dc&quot;,&quot;order&quot;:&quot;5&quot;},&quot;relativeTransform&quot;:{&quot;translate&quot;:{&quot;x&quot;:102.05866308916339,&quot;y&quot;:397.4553103719603},&quot;rotate&quot;:-4.1398536930988263e-16,&quot;skewX&quot;:0,&quot;scale&quot;:{&quot;x&quot;:1,&quot;y&quot;:1}}},&quot;0bac5129-0c43-4a12-bf13-edafb1ce598d&quot;:{&quot;type&quot;:&quot;FIGURE_OBJECT&quot;,&quot;id&quot;:&quot;0bac5129-0c43-4a12-bf13-edafb1ce598d&quot;,&quot;parent&quot;:{&quot;type&quot;:&quot;CHILD&quot;,&quot;parentId&quot;:&quot;f2ec6132-9d90-420b-8da0-992d85a68fd6&quot;,&quot;order&quot;:&quot;01&quot;},&quot;relativeTransform&quot;:{&quot;translate&quot;:{&quot;x&quot;:117.8837902289781,&quot;y&quot;:80.18455790776865},&quot;rotate&quot;:0},&quot;opacity&quot;:0.75},&quot;f88a587c-7b84-44ab-92c7-b938357597c0&quot;:{&quot;id&quot;:&quot;f88a587c-7b84-44ab-92c7-b938357597c0&quot;,&quot;name&quot;:&quot;image.png&quot;,&quot;type&quot;:&quot;FIGURE_OBJECT&quot;,&quot;relativeTransform&quot;:{&quot;translate&quot;:{&quot;x&quot;:131.74615276474242,&quot;y&quot;:49.91279931984766},&quot;rotate&quot;:0,&quot;skewX&quot;:-2.3389342615475703e-17,&quot;scale&quot;:{&quot;x&quot;:0.33742419647090277,&quot;y&quot;:0.3470906978501726}},&quot;image&quot;:{&quot;url&quot;:&quot;https://core.services.biorender.com/api/uploads/noredirect/68a517c6a53bade69c27e56b/1755649990260_34c200e9-1b84-4944-aec2-d64d8b4e3e9f_icon.png&quot;,&quot;isPremium&quot;:false,&quot;isSignedURL&quot;:true,&quot;size&quot;:{&quot;x&quot;:300,&quot;y&quot;:252.42857142857142}},&quot;source&quot;:{&quot;id&quot;:&quot;68a517c6a53bade69c27e56b&quot;,&quot;type&quot;:&quot;UPLOADS&quot;},&quot;isPremium&quot;:false,&quot;parent&quot;:{&quot;type&quot;:&quot;CHILD&quot;,&quot;parentId&quot;:&quot;0bac5129-0c43-4a12-bf13-edafb1ce598d&quot;,&quot;order&quot;:&quot;5&quot;},&quot;styles&quot;:{&quot;editable&quot;:[{&quot;styleName&quot;:&quot;MONOCHROME_COLOR&quot;,&quot;index&quot;:0,&quot;color&quot;:&quot;#BBBBBC&quot;}]}},&quot;56f80238-3400-4d98-aad7-003e237ff89b&quot;:{&quot;type&quot;:&quot;FIGURE_OBJECT&quot;,&quot;id&quot;:&quot;56f80238-3400-4d98-aad7-003e237ff89b&quot;,&quot;parent&quot;:{&quot;type&quot;:&quot;CROP&quot;,&quot;parentId&quot;:&quot;0bac5129-0c43-4a12-bf13-edafb1ce598d&quot;,&quot;order&quot;:&quot;5&quot;},&quot;relativeTransform&quot;:{&quot;translate&quot;:{&quot;x&quot;:131.18377910395762,&quot;y&quot;:49.18969369932644},&quot;rotate&quot;:0,&quot;skewX&quot;:-2.338934261547569e-17,&quot;scale&quot;:{&quot;x&quot;:42.5877539402918,&quot;y&quot;:43.80780450723249}},&quot;path&quot;:{&quot;type&quot;:&quot;POLY_LINE&quot;,&quot;points&quot;:[{&quot;x&quot;:-1.0565364853003594,&quot;y&quot;:0.08390868273917462},{&quot;x&quot;:-0.8939327349245891,&quot;y&quot;:-0.4680036686106246},{&quot;x&quot;:-0.8204631058739089,&quot;y&quot;:-0.5874504683460987},{&quot;x&quot;:-0.4424353850778706,&quot;y&quot;:-0.9286832441532606},{&quot;x&quot;:0.0363139012805922,&quot;y&quot;:-0.5613469223831936},{&quot;x&quot;:0.6273061552336134,&quot;y&quot;:-0.11327109721632711},{&quot;x&quot;:0.8072580508627851,&quot;y&quot;:0.008427639030891276},{&quot;x&quot;:0.9806074189863945,&quot;y&quot;:0.14333143028923478},{&quot;x&quot;:1.0098377490531418,&quot;y&quot;:0.3328428449468379},{&quot;x&quot;:0.9664402765587039,&quot;y&quot;:0.5553668971322521},{&quot;x&quot;:0.7662327758071643,&quot;y&quot;:0.7630352624301517},{&quot;x&quot;:0.6155442313473389,&quot;y&quot;:0.8155442313473389},{&quot;x&quot;:0.13384264053397343,&quot;y&quot;:0.5976608236637857}],&quot;closed&quot;:true,&quot;cornerRounding&quot;:{&quot;type&quot;:&quot;ARC_LENGTH&quot;,&quot;global&quot;:0.2}},&quot;pathStyles&quot;:[{&quot;type&quot;:&quot;FILL&quot;,&quot;fillStyle&quot;:&quot;#fff&quot;}],&quot;isFrozen&quot;:true,&quot;connectorInfo&quot;:{&quot;type&quot;:&quot;ELBOW&quot;,&quot;offset&quot;:{&quot;x&quot;:0,&quot;y&quot;:0},&quot;customized&quot;:true}},&quot;d330cd79-83ea-4d0a-ab41-27785b1430d8&quot;:{&quot;type&quot;:&quot;FIGURE_OBJECT&quot;,&quot;id&quot;:&quot;d330cd79-83ea-4d0a-ab41-27785b1430d8&quot;,&quot;relativeTransform&quot;:{&quot;translate&quot;:{&quot;x&quot;:258.0610884774153,&quot;y&quot;:135.33295537269422},&quot;rotate&quot;:0},&quot;opacity&quot;:1,&quot;path&quot;:{&quot;type&quot;:&quot;POLY_LINE&quot;,&quot;points&quot;:[{&quot;x&quot;:-29.370014062987035,&quot;y&quot;:-17.844162521091214},{&quot;x&quot;:30.400540866555946,&quot;y&quot;:17.667487645595692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02&quot;},&quot;connectorInfo&quot;:{&quot;type&quot;:&quot;LINE&quot;,&quot;offset&quot;:{&quot;x&quot;:0,&quot;y&quot;:0},&quot;bending&quot;:0.1,&quot;customized&quot;:false}},&quot;2da73d4a-35bb-41fb-9d09-e76dfda4a868&quot;:{&quot;type&quot;:&quot;FIGURE_OBJECT&quot;,&quot;id&quot;:&quot;2da73d4a-35bb-41fb-9d09-e76dfda4a868&quot;,&quot;relativeTransform&quot;:{&quot;translate&quot;:{&quot;x&quot;:261.34271930436614,&quot;y&quot;:126.98420784686043},&quot;rotate&quot;:0},&quot;opacity&quot;:1,&quot;path&quot;:{&quot;type&quot;:&quot;POLY_LINE&quot;,&quot;points&quot;:[{&quot;x&quot;:-29.370014062987035,&quot;y&quot;:-17.844162521091214},{&quot;x&quot;:29.051491750433016,&quot;y&quot;:20.569035013478988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05&quot;},&quot;connectorInfo&quot;:{&quot;type&quot;:&quot;LINE&quot;,&quot;offset&quot;:{&quot;x&quot;:0,&quot;y&quot;:0},&quot;bending&quot;:0.1,&quot;customized&quot;:false}},&quot;ae62d33e-e9d5-4ae6-9807-7c971afb0b75&quot;:{&quot;type&quot;:&quot;FIGURE_OBJECT&quot;,&quot;id&quot;:&quot;ae62d33e-e9d5-4ae6-9807-7c971afb0b75&quot;,&quot;relativeTransform&quot;:{&quot;translate&quot;:{&quot;x&quot;:263.76474617793053,&quot;y&quot;:119.97849535485331},&quot;rotate&quot;:0},&quot;opacity&quot;:1,&quot;path&quot;:{&quot;type&quot;:&quot;POLY_LINE&quot;,&quot;points&quot;:[{&quot;x&quot;:-29.370014062987035,&quot;y&quot;:-17.844162521091214},{&quot;x&quot;:26.843956833140957,&quot;y&quot;:22.20904004749997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07&quot;},&quot;connectorInfo&quot;:{&quot;type&quot;:&quot;LINE&quot;,&quot;offset&quot;:{&quot;x&quot;:0,&quot;y&quot;:0},&quot;bending&quot;:0.1,&quot;customized&quot;:false}},&quot;cbb215e9-6dc5-49ef-80c5-ca6de7c8cd57&quot;:{&quot;type&quot;:&quot;FIGURE_OBJECT&quot;,&quot;id&quot;:&quot;cbb215e9-6dc5-49ef-80c5-ca6de7c8cd57&quot;,&quot;relativeTransform&quot;:{&quot;translate&quot;:{&quot;x&quot;:253.46463454137762,&quot;y&quot;:142.45350216210343},&quot;rotate&quot;:0},&quot;opacity&quot;:1,&quot;path&quot;:{&quot;type&quot;:&quot;POLY_LINE&quot;,&quot;points&quot;:[{&quot;x&quot;:-29.370014062987035,&quot;y&quot;:-17.844162521091214},{&quot;x&quot;:31.259026667725077,&quot;y&quot;:15.14440297787107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1&quot;},&quot;connectorInfo&quot;:{&quot;type&quot;:&quot;LINE&quot;,&quot;offset&quot;:{&quot;x&quot;:0,&quot;y&quot;:0},&quot;bending&quot;:0.1,&quot;customized&quot;:false}},&quot;20d19fc6-f723-4cde-ad5d-107cac6ac938&quot;:{&quot;type&quot;:&quot;FIGURE_OBJECT&quot;,&quot;id&quot;:&quot;20d19fc6-f723-4cde-ad5d-107cac6ac938&quot;,&quot;relativeTransform&quot;:{&quot;translate&quot;:{&quot;x&quot;:248.32214662514258,&quot;y&quot;:149.01237223354502},&quot;rotate&quot;:0},&quot;opacity&quot;:1,&quot;path&quot;:{&quot;type&quot;:&quot;POLY_LINE&quot;,&quot;points&quot;:[{&quot;x&quot;:-29.370014062987035,&quot;y&quot;:-17.844162521091214},{&quot;x&quot;:32.11751246889418,&quot;y&quot;:12.116701376601547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12&quot;},&quot;connectorInfo&quot;:{&quot;type&quot;:&quot;LINE&quot;,&quot;offset&quot;:{&quot;x&quot;:0,&quot;y&quot;:0},&quot;bending&quot;:0.1,&quot;customized&quot;:false}},&quot;456ea5d3-7ef6-439e-937e-ff4144ea956a&quot;:{&quot;type&quot;:&quot;FIGURE_OBJECT&quot;,&quot;id&quot;:&quot;456ea5d3-7ef6-439e-937e-ff4144ea956a&quot;,&quot;relativeTransform&quot;:{&quot;translate&quot;:{&quot;x&quot;:264.9681440240984,&quot;y&quot;:114.54297871934688},&quot;rotate&quot;:0},&quot;opacity&quot;:1,&quot;path&quot;:{&quot;type&quot;:&quot;POLY_LINE&quot;,&quot;points&quot;:[{&quot;x&quot;:-29.370014062987035,&quot;y&quot;:-17.844162521091214},{&quot;x&quot;:24.881703573325783,&quot;y&quot;:22.83981121443113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15&quot;},&quot;connectorInfo&quot;:{&quot;type&quot;:&quot;LINE&quot;,&quot;offset&quot;:{&quot;x&quot;:0,&quot;y&quot;:0},&quot;bending&quot;:0.1,&quot;customized&quot;:false}},&quot;e1f91f79-6881-40ef-b8f0-7c74a2679b50&quot;:{&quot;type&quot;:&quot;FIGURE_OBJECT&quot;,&quot;id&quot;:&quot;e1f91f79-6881-40ef-b8f0-7c74a2679b50&quot;,&quot;relativeTransform&quot;:{&quot;translate&quot;:{&quot;x&quot;:263.8105382787669,&quot;y&quot;:110.66793984575106},&quot;rotate&quot;:0},&quot;opacity&quot;:1,&quot;path&quot;:{&quot;type&quot;:&quot;POLY_LINE&quot;,&quot;points&quot;:[{&quot;x&quot;:-29.370014062987035,&quot;y&quot;:-17.844162521091214},{&quot;x&quot;:23.77793611467975,&quot;y&quot;:22.587502747658675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17&quot;},&quot;connectorInfo&quot;:{&quot;type&quot;:&quot;LINE&quot;,&quot;offset&quot;:{&quot;x&quot;:0,&quot;y&quot;:0},&quot;bending&quot;:0.1,&quot;customized&quot;:false}},&quot;07c2a217-5ebb-4bbe-bf35-589a1719aabc&quot;:{&quot;type&quot;:&quot;FIGURE_OBJECT&quot;,&quot;id&quot;:&quot;07c2a217-5ebb-4bbe-bf35-589a1719aabc&quot;,&quot;relativeTransform&quot;:{&quot;translate&quot;:{&quot;x&quot;:243.37436840715384,&quot;y&quot;:151.66589126723449},&quot;rotate&quot;:0},&quot;opacity&quot;:1,&quot;path&quot;:{&quot;type&quot;:&quot;POLY_LINE&quot;,&quot;points&quot;:[{&quot;x&quot;:-29.370014062987035,&quot;y&quot;:-17.844162521091214},{&quot;x&quot;:32.48543495510953,&quot;y&quot;:10.855159042739247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2&quot;},&quot;connectorInfo&quot;:{&quot;type&quot;:&quot;LINE&quot;,&quot;offset&quot;:{&quot;x&quot;:0,&quot;y&quot;:0},&quot;bending&quot;:0.1,&quot;customized&quot;:false}},&quot;1f39e9d5-789f-4460-b1a0-9b25f012149d&quot;:{&quot;type&quot;:&quot;FIGURE_OBJECT&quot;,&quot;id&quot;:&quot;1f39e9d5-789f-4460-b1a0-9b25f012149d&quot;,&quot;relativeTransform&quot;:{&quot;translate&quot;:{&quot;x&quot;:0,&quot;y&quot;:0},&quot;rotate&quot;:0},&quot;opacity&quot;:1,&quot;path&quot;:{&quot;type&quot;:&quot;POLY_LINE&quot;,&quot;points&quot;:[{&quot;x&quot;:210.3765645819553,&quot;y&quot;:135.24446287729998},{&quot;x&quot;:271.5267992039815,&quot;y&quot;:162.57836919323586}],&quot;closed&quot;:fals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isLocked&quot;:false,&quot;parent&quot;:{&quot;type&quot;:&quot;CHILD&quot;,&quot;parentId&quot;:&quot;f2ec6132-9d90-420b-8da0-992d85a68fd6&quot;,&quot;order&quot;:&quot;22&quot;},&quot;connectorInfo&quot;:{&quot;type&quot;:&quot;LINE&quot;,&quot;offset&quot;:{&quot;x&quot;:0,&quot;y&quot;:0},&quot;bending&quot;:0.1,&quot;customized&quot;:false}},&quot;f56864db-e550-403f-b3ad-8d20ecfa69d7&quot;:{&quot;type&quot;:&quot;FIGURE_OBJECT&quot;,&quot;id&quot;:&quot;f56864db-e550-403f-b3ad-8d20ecfa69d7&quot;,&quot;relativeTransform&quot;:{&quot;translate&quot;:{&quot;x&quot;:81.69628844441623,&quot;y&quot;:-84.33609028080545},&quot;rotate&quot;:0.5526880407429734},&quot;opacity&quot;:1,&quot;path&quot;:{&quot;type&quot;:&quot;POLY_LINE&quot;,&quot;points&quot;:[{&quot;x&quot;:213.73894071133316,&quot;y&quot;:88.25298579082516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25&quot;},&quot;connectorInfo&quot;:{&quot;type&quot;:&quot;LINE&quot;,&quot;offset&quot;:{&quot;x&quot;:0,&quot;y&quot;:0},&quot;bending&quot;:0.1,&quot;customized&quot;:false}},&quot;321b5023-48de-44a6-8072-9dc42eac2b2a&quot;:{&quot;type&quot;:&quot;FIGURE_OBJECT&quot;,&quot;id&quot;:&quot;321b5023-48de-44a6-8072-9dc42eac2b2a&quot;,&quot;relativeTransform&quot;:{&quot;translate&quot;:{&quot;x&quot;:77.77178186135029,&quot;y&quot;:-78.4068412158124},&quot;rotate&quot;:0.5526880407429734},&quot;opacity&quot;:1,&quot;path&quot;:{&quot;type&quot;:&quot;POLY_LINE&quot;,&quot;points&quot;:[{&quot;x&quot;:213.73894071133316,&quot;y&quot;:88.25298579082516},{&quot;x&quot;:214.36118239033777,&quot;y&quot;:94.50798309233058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27&quot;},&quot;connectorInfo&quot;:{&quot;type&quot;:&quot;LINE&quot;,&quot;offset&quot;:{&quot;x&quot;:0,&quot;y&quot;:0},&quot;bending&quot;:0.1,&quot;customized&quot;:false}},&quot;96d95aab-1d1c-47aa-8b49-5d63d2c7a513&quot;:{&quot;type&quot;:&quot;FIGURE_OBJECT&quot;,&quot;id&quot;:&quot;96d95aab-1d1c-47aa-8b49-5d63d2c7a513&quot;,&quot;relativeTransform&quot;:{&quot;translate&quot;:{&quot;x&quot;:74.95104275477162,&quot;y&quot;:-72.60374638624475},&quot;rotate&quot;:0.5526880407429734},&quot;opacity&quot;:1,&quot;path&quot;:{&quot;type&quot;:&quot;POLY_LINE&quot;,&quot;points&quot;:[{&quot;x&quot;:213.73894071133316,&quot;y&quot;:88.25298579082516},{&quot;x&quot;:215.0537002278033,&quot;y&quot;:94.22905338798735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3&quot;},&quot;connectorInfo&quot;:{&quot;type&quot;:&quot;LINE&quot;,&quot;offset&quot;:{&quot;x&quot;:0,&quot;y&quot;:0},&quot;bending&quot;:0.1,&quot;customized&quot;:false}},&quot;d7591130-4c55-40f3-ab99-3b8ee33442e3&quot;:{&quot;type&quot;:&quot;FIGURE_OBJECT&quot;,&quot;id&quot;:&quot;d7591130-4c55-40f3-ab99-3b8ee33442e3&quot;,&quot;relativeTransform&quot;:{&quot;translate&quot;:{&quot;x&quot;:72.743507801797,&quot;y&quot;:-66.67449732125175},&quot;rotate&quot;:0.5526880407429734},&quot;opacity&quot;:1,&quot;path&quot;:{&quot;type&quot;:&quot;POLY_LINE&quot;,&quot;points&quot;:[{&quot;x&quot;:213.73894071133316,&quot;y&quot;:88.25298579082516},{&quot;x&quot;:215.4150777410398,&quot;y&quot;:93.41326395743636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35&quot;},&quot;connectorInfo&quot;:{&quot;type&quot;:&quot;LINE&quot;,&quot;offset&quot;:{&quot;x&quot;:0,&quot;y&quot;:0},&quot;bending&quot;:0.1,&quot;customized&quot;:false}},&quot;ce0c05b2-5d15-44f0-bd3f-63f15e931d2e&quot;:{&quot;type&quot;:&quot;FIGURE_OBJECT&quot;,&quot;id&quot;:&quot;ce0c05b2-5d15-44f0-bd3f-63f15e931d2e&quot;,&quot;relativeTransform&quot;:{&quot;translate&quot;:{&quot;x&quot;:72.89834185058206,&quot;y&quot;:-54.05907377871338},&quot;rotate&quot;:0.5526880407429734},&quot;opacity&quot;:1,&quot;path&quot;:{&quot;type&quot;:&quot;POLY_LINE&quot;,&quot;points&quot;:[{&quot;x&quot;:213.73894071133316,&quot;y&quot;:88.25298579082516},{&quot;x&quot;:215.82901325737458,&quot;y&quot;:88.71128261011458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4&quot;},&quot;connectorInfo&quot;:{&quot;type&quot;:&quot;LINE&quot;,&quot;offset&quot;:{&quot;x&quot;:0,&quot;y&quot;:0},&quot;bending&quot;:0.1,&quot;customized&quot;:false}},&quot;0202a472-da0c-4623-8e30-34225e020d84&quot;:{&quot;type&quot;:&quot;FIGURE_OBJECT&quot;,&quot;id&quot;:&quot;0202a472-da0c-4623-8e30-34225e020d84&quot;,&quot;relativeTransform&quot;:{&quot;translate&quot;:{&quot;x&quot;:87.11321241144037,&quot;y&quot;:-62.42942335518117},&quot;rotate&quot;:0.5526880407429734},&quot;opacity&quot;:1,&quot;path&quot;:{&quot;type&quot;:&quot;POLY_LINE&quot;,&quot;points&quot;:[{&quot;x&quot;:214.20999999427843,&quot;y&quot;:87.76367951353087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45&quot;},&quot;connectorInfo&quot;:{&quot;type&quot;:&quot;LINE&quot;,&quot;offset&quot;:{&quot;x&quot;:0,&quot;y&quot;:0},&quot;bending&quot;:0.1,&quot;customized&quot;:false}},&quot;7634e453-3637-4792-b711-68923eff0ae6&quot;:{&quot;type&quot;:&quot;FIGURE_OBJECT&quot;,&quot;id&quot;:&quot;7634e453-3637-4792-b711-68923eff0ae6&quot;,&quot;relativeTransform&quot;:{&quot;translate&quot;:{&quot;x&quot;:100.1341828260846,&quot;y&quot;:-84.08234727664824},&quot;rotate&quot;:0.5526880407429734},&quot;opacity&quot;:1,&quot;path&quot;:{&quot;type&quot;:&quot;POLY_LINE&quot;,&quot;points&quot;:[{&quot;x&quot;:212.2775023701619,&quot;y&quot;:87.76314906490487},{&quot;x&quot;:213.88486330707138,&quot;y&quot;:94.90115751079755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5&quot;},&quot;connectorInfo&quot;:{&quot;type&quot;:&quot;LINE&quot;,&quot;offset&quot;:{&quot;x&quot;:0,&quot;y&quot;:0},&quot;bending&quot;:0.1,&quot;customized&quot;:false}},&quot;43722453-4422-47c8-be8c-b698e93e8a9a&quot;:{&quot;type&quot;:&quot;FIGURE_OBJECT&quot;,&quot;id&quot;:&quot;43722453-4422-47c8-be8c-b698e93e8a9a&quot;,&quot;relativeTransform&quot;:{&quot;translate&quot;:{&quot;x&quot;:71.52111612268335,&quot;y&quot;:-56.92791018479574},&quot;rotate&quot;:0.5526880407429734},&quot;opacity&quot;:1,&quot;path&quot;:{&quot;type&quot;:&quot;POLY_LINE&quot;,&quot;points&quot;:[{&quot;x&quot;:213.73894071133316,&quot;y&quot;:88.25298579082516},{&quot;x&quot;:216.54744290767584,&quot;y&quot;:90.34325706002461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52&quot;},&quot;connectorInfo&quot;:{&quot;type&quot;:&quot;LINE&quot;,&quot;offset&quot;:{&quot;x&quot;:0,&quot;y&quot;:0},&quot;bending&quot;:0.1,&quot;customized&quot;:false}},&quot;a372dc2f-ab0d-4ded-bfe3-a924660a29b7&quot;:{&quot;type&quot;:&quot;FIGURE_OBJECT&quot;,&quot;id&quot;:&quot;a372dc2f-ab0d-4ded-bfe3-a924660a29b7&quot;,&quot;relativeTransform&quot;:{&quot;translate&quot;:{&quot;x&quot;:83.14292693444631,&quot;y&quot;:-59.16284715102497},&quot;rotate&quot;:0.5526880407429734},&quot;opacity&quot;:1,&quot;path&quot;:{&quot;type&quot;:&quot;POLY_LINE&quot;,&quot;points&quot;:[{&quot;x&quot;:215.21099419153887,&quot;y&quot;:90.32629347601836},{&quot;x&quot;:213.00066275518213,&quot;y&quot;:95.34716489335979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55&quot;},&quot;connectorInfo&quot;:{&quot;type&quot;:&quot;LINE&quot;,&quot;offset&quot;:{&quot;x&quot;:0,&quot;y&quot;:0},&quot;bending&quot;:0.1,&quot;customized&quot;:false}},&quot;31212716-b906-4b8c-a8f9-26780c358c32&quot;:{&quot;type&quot;:&quot;FIGURE_OBJECT&quot;,&quot;id&quot;:&quot;31212716-b906-4b8c-a8f9-26780c358c32&quot;,&quot;relativeTransform&quot;:{&quot;translate&quot;:{&quot;x&quot;:96.35867233030555,&quot;y&quot;:-75.82524051554594},&quot;rotate&quot;:0.5526880407429734},&quot;opacity&quot;:1,&quot;path&quot;:{&quot;type&quot;:&quot;POLY_LINE&quot;,&quot;points&quot;:[{&quot;x&quot;:212.90880058797757,&quot;y&quot;:86.28062045190251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57&quot;},&quot;connectorInfo&quot;:{&quot;type&quot;:&quot;LINE&quot;,&quot;offset&quot;:{&quot;x&quot;:0,&quot;y&quot;:0},&quot;bending&quot;:0.1,&quot;customized&quot;:false}},&quot;155322c7-caea-42f4-8320-606a6bfae4f4&quot;:{&quot;type&quot;:&quot;FIGURE_OBJECT&quot;,&quot;id&quot;:&quot;155322c7-caea-42f4-8320-606a6bfae4f4&quot;,&quot;relativeTransform&quot;:{&quot;translate&quot;:{&quot;x&quot;:71.27583446124171,&quot;y&quot;:-61.34330842468421},&quot;rotate&quot;:0.5526880407429734},&quot;opacity&quot;:1,&quot;path&quot;:{&quot;type&quot;:&quot;POLY_LINE&quot;,&quot;points&quot;:[{&quot;x&quot;:213.73894071133316,&quot;y&quot;:88.25298579082516},{&quot;x&quot;:216.17544263549547,&quot;y&quot;:92.20315314265663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6&quot;},&quot;connectorInfo&quot;:{&quot;type&quot;:&quot;LINE&quot;,&quot;offset&quot;:{&quot;x&quot;:0,&quot;y&quot;:0},&quot;bending&quot;:0.1,&quot;customized&quot;:false}},&quot;fdb32d65-f247-41b3-a0c1-056022be0d58&quot;:{&quot;type&quot;:&quot;FIGURE_OBJECT&quot;,&quot;id&quot;:&quot;fdb32d65-f247-41b3-a0c1-056022be0d58&quot;,&quot;relativeTransform&quot;:{&quot;translate&quot;:{&quot;x&quot;:78.53772137404748,&quot;y&quot;:-57.94752885548771},&quot;rotate&quot;:0.5526880407429734},&quot;opacity&quot;:1,&quot;path&quot;:{&quot;type&quot;:&quot;POLY_LINE&quot;,&quot;points&quot;:[{&quot;x&quot;:216.13669768219683,&quot;y&quot;:92.14033824144502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62&quot;},&quot;connectorInfo&quot;:{&quot;type&quot;:&quot;LINE&quot;,&quot;offset&quot;:{&quot;x&quot;:0,&quot;y&quot;:0},&quot;bending&quot;:0.1,&quot;customized&quot;:false}},&quot;c51c643b-5b76-4e37-b337-a8a3aa418697&quot;:{&quot;type&quot;:&quot;FIGURE_OBJECT&quot;,&quot;id&quot;:&quot;c51c643b-5b76-4e37-b337-a8a3aa418697&quot;,&quot;relativeTransform&quot;:{&quot;translate&quot;:{&quot;x&quot;:91.55416023101837,&quot;y&quot;:-68.38214133307775},&quot;rotate&quot;:0.5526880407429734},&quot;opacity&quot;:1,&quot;path&quot;:{&quot;type&quot;:&quot;POLY_LINE&quot;,&quot;points&quot;:[{&quot;x&quot;:213.94503253712105,&quot;y&quot;:86.23771939363994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65&quot;},&quot;connectorInfo&quot;:{&quot;type&quot;:&quot;LINE&quot;,&quot;offset&quot;:{&quot;x&quot;:0,&quot;y&quot;:0},&quot;bending&quot;:0.1,&quot;customized&quot;:false}},&quot;80dd16c5-542d-433f-bc60-a6ff5da28255&quot;:{&quot;type&quot;:&quot;FIGURE_OBJECT&quot;,&quot;id&quot;:&quot;80dd16c5-542d-433f-bc60-a6ff5da28255&quot;,&quot;relativeTransform&quot;:{&quot;translate&quot;:{&quot;x&quot;:85.02136364636144,&quot;y&quot;:-89.91867593257774},&quot;rotate&quot;:0.5526880407429734},&quot;opacity&quot;:1,&quot;path&quot;:{&quot;type&quot;:&quot;POLY_LINE&quot;,&quot;points&quot;:[{&quot;x&quot;:214.41849942148423,&quot;y&quot;:88.72821273562614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67&quot;},&quot;connectorInfo&quot;:{&quot;type&quot;:&quot;LINE&quot;,&quot;offset&quot;:{&quot;x&quot;:0,&quot;y&quot;:0},&quot;bending&quot;:0.1,&quot;customized&quot;:false}},&quot;26d79cd7-c1a3-4a02-88e1-02e443f6d487&quot;:{&quot;type&quot;:&quot;FIGURE_OBJECT&quot;,&quot;id&quot;:&quot;26d79cd7-c1a3-4a02-88e1-02e443f6d487&quot;,&quot;relativeTransform&quot;:{&quot;translate&quot;:{&quot;x&quot;:89.05039304093746,&quot;y&quot;:-94.90893647297891},&quot;rotate&quot;:0.5526880407429734},&quot;opacity&quot;:1,&quot;path&quot;:{&quot;type&quot;:&quot;POLY_LINE&quot;,&quot;points&quot;:[{&quot;x&quot;:214.81136802972821,&quot;y&quot;:89.67840140091505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7&quot;},&quot;connectorInfo&quot;:{&quot;type&quot;:&quot;LINE&quot;,&quot;offset&quot;:{&quot;x&quot;:0,&quot;y&quot;:0},&quot;bending&quot;:0.1,&quot;customized&quot;:false}},&quot;8ac394e0-53a3-4755-85ad-93548c8c29cf&quot;:{&quot;type&quot;:&quot;FIGURE_OBJECT&quot;,&quot;id&quot;:&quot;8ac394e0-53a3-4755-85ad-93548c8c29cf&quot;,&quot;relativeTransform&quot;:{&quot;translate&quot;:{&quot;x&quot;:102.55603116341571,&quot;y&quot;:-90.84906325568186},&quot;rotate&quot;:0.5526880407429734},&quot;opacity&quot;:1,&quot;path&quot;:{&quot;type&quot;:&quot;POLY_LINE&quot;,&quot;points&quot;:[{&quot;x&quot;:211.54388323147717,&quot;y&quot;:89.7062948415888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72&quot;},&quot;connectorInfo&quot;:{&quot;type&quot;:&quot;LINE&quot;,&quot;offset&quot;:{&quot;x&quot;:0,&quot;y&quot;:0},&quot;bending&quot;:0.1,&quot;customized&quot;:false}},&quot;98784401-9620-453c-acef-120ec8a65dfb&quot;:{&quot;type&quot;:&quot;FIGURE_OBJECT&quot;,&quot;id&quot;:&quot;98784401-9620-453c-acef-120ec8a65dfb&quot;,&quot;relativeTransform&quot;:{&quot;translate&quot;:{&quot;x&quot;:92.75052310585484,&quot;y&quot;:-98.79964719986347},&quot;rotate&quot;:0.5526880407429734},&quot;opacity&quot;:1,&quot;path&quot;:{&quot;type&quot;:&quot;POLY_LINE&quot;,&quot;points&quot;:[{&quot;x&quot;:215.52181453961379,&quot;y&quot;:90.83020953443206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75&quot;},&quot;connectorInfo&quot;:{&quot;type&quot;:&quot;LINE&quot;,&quot;offset&quot;:{&quot;x&quot;:0,&quot;y&quot;:0},&quot;bending&quot;:0.1,&quot;customized&quot;:false}},&quot;c4fe2e6c-9100-436b-b77a-e1e493d4a26f&quot;:{&quot;type&quot;:&quot;FIGURE_OBJECT&quot;,&quot;id&quot;:&quot;c4fe2e6c-9100-436b-b77a-e1e493d4a26f&quot;,&quot;relativeTransform&quot;:{&quot;translate&quot;:{&quot;x&quot;:96.68048832080444,&quot;y&quot;:-101.25248720035898},&quot;rotate&quot;:0.5526880407429734},&quot;opacity&quot;:1,&quot;path&quot;:{&quot;type&quot;:&quot;POLY_LINE&quot;,&quot;points&quot;:[{&quot;x&quot;:216.07541882749607,&quot;y&quot;:93.45062524150985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77&quot;},&quot;connectorInfo&quot;:{&quot;type&quot;:&quot;LINE&quot;,&quot;offset&quot;:{&quot;x&quot;:0,&quot;y&quot;:0},&quot;bending&quot;:0.1,&quot;customized&quot;:false}},&quot;2ae7eb5e-ef5a-4089-9118-dc54dd1f7b46&quot;:{&quot;type&quot;:&quot;FIGURE_OBJECT&quot;,&quot;id&quot;:&quot;2ae7eb5e-ef5a-4089-9118-dc54dd1f7b46&quot;,&quot;relativeTransform&quot;:{&quot;translate&quot;:{&quot;x&quot;:103.60423671732003,&quot;y&quot;:-96.93887195785325},&quot;rotate&quot;:0.5526880407429734},&quot;opacity&quot;:1,&quot;path&quot;:{&quot;type&quot;:&quot;POLY_LINE&quot;,&quot;points&quot;:[{&quot;x&quot;:210.58454388711826,&quot;y&quot;:92.68305242911995},{&quot;x&quot;:213.67491388906726,&quot;y&quot;:95.03065634437614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8&quot;},&quot;connectorInfo&quot;:{&quot;type&quot;:&quot;LINE&quot;,&quot;offset&quot;:{&quot;x&quot;:0,&quot;y&quot;:0},&quot;bending&quot;:0.1,&quot;customized&quot;:false}},&quot;f8b60686-1624-44a8-a713-5932b5e50c3d&quot;:{&quot;type&quot;:&quot;FIGURE_OBJECT&quot;,&quot;id&quot;:&quot;f8b60686-1624-44a8-a713-5932b5e50c3d&quot;,&quot;relativeTransform&quot;:{&quot;translate&quot;:{&quot;x&quot;:99.82299971870708,&quot;y&quot;:-101.64020535540537},&quot;rotate&quot;:0.5526880407429734},&quot;opacity&quot;:1,&quot;path&quot;:{&quot;type&quot;:&quot;POLY_LINE&quot;,&quot;points&quot;:[{&quot;x&quot;:216.0826372536631,&quot;y&quot;:94.55871096292988},{&quot;x&quot;:213.63051098894815,&quot;y&quot;:94.95866835017952}],&quot;closed&quot;:false},&quot;pathStyles&quot;:[{&quot;type&quot;:&quot;FILL&quot;,&quot;fillStyle&quot;:&quot;rgba(0,0,0,0)&quot;},{&quot;type&quot;:&quot;STROKE&quot;,&quot;strokeStyle&quot;:&quot;rgba(113, 80, 71, 1)&quot;,&quot;lineWidth&quot;:0.765630916499576,&quot;lineJoin&quot;:&quot;round&quot;}],&quot;isLocked&quot;:false,&quot;parent&quot;:{&quot;type&quot;:&quot;CHILD&quot;,&quot;parentId&quot;:&quot;f2ec6132-9d90-420b-8da0-992d85a68fd6&quot;,&quot;order&quot;:&quot;85&quot;},&quot;connectorInfo&quot;:{&quot;type&quot;:&quot;LINE&quot;,&quot;offset&quot;:{&quot;x&quot;:0,&quot;y&quot;:0},&quot;bending&quot;:0.1,&quot;customized&quot;:false}},&quot;6760ad20-b833-4dc2-8051-561f88a82ebd&quot;:{&quot;type&quot;:&quot;FIGURE_OBJECT&quot;,&quot;id&quot;:&quot;6760ad20-b833-4dc2-8051-561f88a82ebd&quot;,&quot;relativeTransform&quot;:{&quot;translate&quot;:{&quot;x&quot;:220.69217488209944,&quot;y&quot;:108.6438841912547},&quot;rotate&quot;:0},&quot;opacity&quot;:1,&quot;path&quot;:{&quot;type&quot;:&quot;POLY_LINE&quot;,&quot;points&quot;:[{&quot;x&quot;:6.413557897485687,&quot;y&quot;:-2.7911623982897913},{&quot;x&quot;:3.0834412977935366,&quot;y&quot;:6.022144397869955},{&quot;x&quot;:-5.139068813616206,&quot;y&quot;:14.632457511166013},{&quot;x&quot;:-7.030246128173081,&quot;y&quot;:8.81626710105152},{&quot;x&quot;:-2.631203268371939,&quot;y&quot;:-0.3383227149442209},{&quot;x&quot;:1.8617818171414924,&quot;y&quot;:-5.514036526711413},{&quot;x&quot;:5.130846289117245,&quot;y&quot;:-6.681873709976885}],&quot;closed&quot;:true},&quot;pathStyles&quot;:[{&quot;type&quot;:&quot;FILL&quot;,&quot;fillStyle&quot;:&quot;rgba(0,0,0,0)&quot;},{&quot;type&quot;:&quot;STROKE&quot;,&quot;strokeStyle&quot;:&quot;rgba(113, 80, 71, 1)&quot;,&quot;lineWidth&quot;:0.7656309164995759,&quot;lineJoin&quot;:&quot;round&quot;}],&quot;pathSmoothing&quot;:{&quot;type&quot;:&quot;CATMULL_SMOOTHING&quot;,&quot;smoothing&quot;:0.2},&quot;isLocked&quot;:false,&quot;parent&quot;:{&quot;type&quot;:&quot;CHILD&quot;,&quot;parentId&quot;:&quot;f2ec6132-9d90-420b-8da0-992d85a68fd6&quot;,&quot;order&quot;:&quot;9&quot;},&quot;connectorInfo&quot;:{&quot;type&quot;:&quot;QUADRATIC&quot;,&quot;offset&quot;:{&quot;x&quot;:0,&quot;y&quot;:0},&quot;bending&quot;:-0.1,&quot;customized&quot;:true}},&quot;7db6616e-c7c1-4159-8c73-f42078612c1c&quot;:{&quot;type&quot;:&quot;FIGURE_OBJECT&quot;,&quot;id&quot;:&quot;7db6616e-c7c1-4159-8c73-f42078612c1c&quot;,&quot;path&quot;:{&quot;type&quot;:&quot;POLY_LINE&quot;,&quot;points&quot;:[{&quot;x&quot;:287.7878584528123,&quot;y&quot;:133.59518495919562},{&quot;x&quot;:290.57338721052815,&quot;y&quot;:144.77469908987132},{&quot;x&quot;:284.6204929053148,&quot;y&quot;:157.2460900352647},{&quot;x&quot;:280.12586461482334,&quot;y&quot;:161.17522113741737},{&quot;x&quot;:275.69237462029974,&quot;y&quot;:162.15297376263393},{&quot;x&quot;:271.1075904123818,&quot;y&quot;:162.15297376263393}],&quot;closed&quot;:false},&quot;pathSmoothing&quot;:{&quot;type&quot;:&quot;BISECT_SMOOTHING&quot;,&quot;smoothing&quot;:1,&quot;endPointMirroring&quot;:&quot;MIRROR_TANGENT_BOTH&quot;},&quot;pathStyles&quot;:[{&quot;type&quot;:&quot;FILL&quot;,&quot;fillStyle&quot;:&quot;transparent&quot;},{&quot;type&quot;:&quot;STROKE&quot;,&quot;strokeStyle&quot;:&quot;rgba(113, 80, 71, 1)&quot;,&quot;lineWidth&quot;:0.7656309164995759,&quot;lineJoin&quot;:&quot;round&quot;}],&quot;relativeTransform&quot;:{&quot;translate&quot;:{&quot;x&quot;:0,&quot;y&quot;:0},&quot;rotate&quot;:0},&quot;parent&quot;:{&quot;type&quot;:&quot;CHILD&quot;,&quot;parentId&quot;:&quot;f2ec6132-9d90-420b-8da0-992d85a68fd6&quot;,&quot;order&quot;:&quot;95&quot;},&quot;connectorInfo&quot;:{&quot;type&quot;:&quot;QUADRATIC&quot;,&quot;offset&quot;:{&quot;x&quot;:0,&quot;y&quot;:0},&quot;bending&quot;:-0.1,&quot;customized&quot;:true}},&quot;af2f5530-f8b0-4e0f-bae3-d80ee8d18745&quot;:{&quot;type&quot;:&quot;FIGURE_OBJECT&quot;,&quot;id&quot;:&quot;af2f5530-f8b0-4e0f-bae3-d80ee8d18745&quot;,&quot;parent&quot;:{&quot;type&quot;:&quot;CHILD&quot;,&quot;parentId&quot;:&quot;e33de5b0-55a3-4b18-9c2f-bb7c9f9602dc&quot;,&quot;order&quot;:&quot;7&quot;},&quot;relativeTransform&quot;:{&quot;translate&quot;:{&quot;x&quot;:47.64634650358328,&quot;y&quot;:557.5706266230922},&quot;rotate&quot;:0,&quot;skewX&quot;:0,&quot;scale&quot;:{&quot;x&quot;:1,&quot;y&quot;:1}}},&quot;a521e012-1a7d-42e5-ad22-b371d6962e86&quot;:{&quot;type&quot;:&quot;FIGURE_OBJECT&quot;,&quot;id&quot;:&quot;a521e012-1a7d-42e5-ad22-b371d6962e86&quot;,&quot;parent&quot;:{&quot;type&quot;:&quot;CHILD&quot;,&quot;parentId&quot;:&quot;af2f5530-f8b0-4e0f-bae3-d80ee8d18745&quot;,&quot;order&quot;:&quot;05&quot;},&quot;relativeTransform&quot;:{&quot;translate&quot;:{&quot;x&quot;:292.2948622991509,&quot;y&quot;:319.2313149982574},&quot;rotate&quot;:0}},&quot;bf3d4255-7511-4adc-8bc8-9f655798fadf&quot;:{&quot;type&quot;:&quot;FIGURE_OBJECT&quot;,&quot;id&quot;:&quot;bf3d4255-7511-4adc-8bc8-9f655798fadf&quot;,&quot;parent&quot;:{&quot;type&quot;:&quot;CHILD&quot;,&quot;parentId&quot;:&quot;a521e012-1a7d-42e5-ad22-b371d6962e86&quot;,&quot;order&quot;:&quot;1&quot;},&quot;relativeTransform&quot;:{&quot;translate&quot;:{&quot;x&quot;:288.1968161614914,&quot;y&quot;:-8.671112509815469},&quot;rotate&quot;:0}},&quot;d9bebaab-2ca3-48e3-ad11-b79ddb807a57&quot;:{&quot;id&quot;:&quot;d9bebaab-2ca3-48e3-ad11-b79ddb807a57&quot;,&quot;name&quot;:&quot;image.png&quot;,&quot;type&quot;:&quot;FIGURE_OBJECT&quot;,&quot;relativeTransform&quot;:{&quot;translate&quot;:{&quot;x&quot;:-275.17939302640855,&quot;y&quot;:-100.57315027014734},&quot;rotate&quot;:0,&quot;skewX&quot;:0,&quot;scale&quot;:{&quot;x&quot;:0.4306951349900158,&quot;y&quot;:0.44303365475229006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bf3d4255-7511-4adc-8bc8-9f655798fadf&quot;,&quot;order&quot;:&quot;5&quot;},&quot;styles&quot;:{&quot;editable&quot;:[{&quot;styleName&quot;:&quot;MONOCHROME_COLOR&quot;,&quot;index&quot;:0,&quot;color&quot;:&quot;#BBBBBC&quot;}]}},&quot;780c6dd5-f6f3-4a79-87ed-ed4407fd2f22&quot;:{&quot;type&quot;:&quot;FIGURE_OBJECT&quot;,&quot;id&quot;:&quot;780c6dd5-f6f3-4a79-87ed-ed4407fd2f22&quot;,&quot;parent&quot;:{&quot;type&quot;:&quot;CROP&quot;,&quot;parentId&quot;:&quot;bf3d4255-7511-4adc-8bc8-9f655798fadf&quot;,&quot;order&quot;:&quot;5&quot;},&quot;relativeTransform&quot;:{&quot;translate&quot;:{&quot;x&quot;:-275.17939302640855,&quot;y&quot;:-100.57315027014734},&quot;rotate&quot;:0,&quot;skewX&quot;:0,&quot;scale&quot;:{&quot;x&quot;:57.56816160757637,&quot;y&quot;:59.21736969461302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3ec3bd41-4212-4996-ae43-1b437eb22615&quot;:{&quot;type&quot;:&quot;FIGURE_OBJECT&quot;,&quot;id&quot;:&quot;3ec3bd41-4212-4996-ae43-1b437eb22615&quot;,&quot;relativeTransform&quot;:{&quot;translate&quot;:{&quot;x&quot;:25.335866763939702,&quot;y&quot;:-116.58128530900456},&quot;rotate&quot;:0},&quot;opacity&quot;:1,&quot;path&quot;:{&quot;type&quot;:&quot;POLY_LINE&quot;,&quot;points&quot;:[{&quot;x&quot;:-46.12127611758296,&quot;y&quot;:-19.376411741144207},{&quot;x&quot;:32.115938675163655,&quot;y&quot;:13.408086430940783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a521e012-1a7d-42e5-ad22-b371d6962e86&quot;,&quot;order&quot;:&quot;2&quot;},&quot;connectorInfo&quot;:{&quot;type&quot;:&quot;LINE&quot;,&quot;offset&quot;:{&quot;x&quot;:0,&quot;y&quot;:0},&quot;bending&quot;:0.1,&quot;customized&quot;:false}},&quot;2364d814-3843-419d-9e37-825142e6d3ee&quot;:{&quot;type&quot;:&quot;FIGURE_OBJECT&quot;,&quot;id&quot;:&quot;2364d814-3843-419d-9e37-825142e6d3ee&quot;,&quot;relativeTransform&quot;:{&quot;translate&quot;:{&quot;x&quot;:13.57457060499272,&quot;y&quot;:-85.54599433937194},&quot;rotate&quot;:0},&quot;opacity&quot;:1,&quot;path&quot;:{&quot;type&quot;:&quot;POLY_LINE&quot;,&quot;points&quot;:[{&quot;x&quot;:-43.18008230532971,&quot;y&quot;:-19.61664616027686},{&quot;x&quot;:35.77965900204382,&quot;y&quot;:3.9788831441816446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a521e012-1a7d-42e5-ad22-b371d6962e86&quot;,&quot;order&quot;:&quot;5&quot;},&quot;connectorInfo&quot;:{&quot;type&quot;:&quot;LINE&quot;,&quot;offset&quot;:{&quot;x&quot;:0,&quot;y&quot;:0},&quot;bending&quot;:0.1,&quot;customized&quot;:false}},&quot;b55ffd24-90ea-4c5d-af38-7795bc391ef7&quot;:{&quot;type&quot;:&quot;FIGURE_OBJECT&quot;,&quot;id&quot;:&quot;b55ffd24-90ea-4c5d-af38-7795bc391ef7&quot;,&quot;relativeTransform&quot;:{&quot;translate&quot;:{&quot;x&quot;:53.963458112511454,&quot;y&quot;:-91.9858903372391},&quot;rotate&quot;:0.3127535978422009,&quot;skewX&quot;:0.017632532598857335},&quot;opacity&quot;:1,&quot;path&quot;:{&quot;type&quot;:&quot;ELLIPSE&quot;,&quot;size&quot;:{&quot;x&quot;:10.855273020002535,&quot;y&quot;:21.84379228509649}},&quot;isLocked&quot;:false,&quot;pathStyles&quot;:[{&quot;type&quot;:&quot;FILL&quot;,&quot;fillStyle&quot;:&quot;rgba(102, 55, 42, 1)&quot;},{&quot;type&quot;:&quot;STROKE&quot;,&quot;strokeStyle&quot;:&quot;rgba(102, 55, 42, 1)&quot;,&quot;lineWidth&quot;:1.8827153569340218,&quot;lineJoin&quot;:&quot;round&quot;}],&quot;parent&quot;:{&quot;type&quot;:&quot;CHILD&quot;,&quot;parentId&quot;:&quot;a521e012-1a7d-42e5-ad22-b371d6962e86&quot;,&quot;order&quot;:&quot;6&quot;}},&quot;82f20cd5-1c83-479e-8e50-f529735df87a&quot;:{&quot;type&quot;:&quot;FIGURE_OBJECT&quot;,&quot;id&quot;:&quot;82f20cd5-1c83-479e-8e50-f529735df87a&quot;,&quot;relativeTransform&quot;:{&quot;translate&quot;:{&quot;x&quot;:15.782451084658746,&quot;y&quot;:-106.77775414654711},&quot;rotate&quot;:0},&quot;opacity&quot;:0.53,&quot;path&quot;:{&quot;type&quot;:&quot;POLY_LINE&quot;,&quot;points&quot;:[{&quot;x&quot;:-37.3268877071945,&quot;y&quot;:-29.443738197003594},{&quot;x&quot;:-45.27906672885865,&quot;y&quot;:1.742242573985741},{&quot;x&quot;:-10.78842095203483,&quot;y&quot;:11.787653766031147},{&quot;x&quot;:4.753304524336092,&quot;y&quot;:16.615648036012022},{&quot;x&quot;:19.916452798031166,&quot;y&quot;:20.66479700182556},{&quot;x&quot;:31.52946913613014,&quot;y&quot;:24.753734848704156},{&quot;x&quot;:35.585227815596106,&quot;y&quot;:24.753734848704156},{&quot;x&quot;:36.11091472612994,&quot;y&quot;:23.390755566411283},{&quot;x&quot;:35.92471203121543,&quot;y&quot;:23.475412585710156},{&quot;x&quot;:43.12899471998936,&quot;y&quot;:3.5809951861220672},{&quot;x&quot;:16.05249621708958,&quot;y&quot;:-7.957766478091203}],&quot;closed&quot;:true},&quot;pathStyles&quot;:[{&quot;type&quot;:&quot;FILL&quot;,&quot;fillStyle&quot;:&quot;rgba(100, 54, 40, 1)&quot;},{&quot;type&quot;:&quot;STROKE&quot;,&quot;strokeStyle&quot;:&quot;rgba(0,0,0,0)&quot;,&quot;lineWidth&quot;:1.8827153569340218,&quot;lineJoin&quot;:&quot;round&quot;}],&quot;isLocked&quot;:false,&quot;parent&quot;:{&quot;type&quot;:&quot;CHILD&quot;,&quot;parentId&quot;:&quot;a521e012-1a7d-42e5-ad22-b371d6962e86&quot;,&quot;order&quot;:&quot;7&quot;},&quot;connectorInfo&quot;:{&quot;type&quot;:&quot;ELBOW&quot;,&quot;offset&quot;:{&quot;x&quot;:0,&quot;y&quot;:0},&quot;bending&quot;:0.1,&quot;customized&quot;:true}},&quot;8c7b4ec7-c865-4553-8441-7d61486cd0f6&quot;:{&quot;relativeTransform&quot;:{&quot;translate&quot;:{&quot;x&quot;:260.7027983614109,&quot;y&quot;:203.9515191662272},&quot;rotate&quot;:1.835545728029244},&quot;type&quot;:&quot;FIGURE_OBJECT&quot;,&quot;id&quot;:&quot;8c7b4ec7-c865-4553-8441-7d61486cd0f6&quot;,&quot;opacity&quot;:1,&quot;path&quot;:{&quot;type&quot;:&quot;POLY_LINE&quot;,&quot;points&quot;:[{&quot;x&quot;:18.69689439130492,&quot;y&quot;:-90.93377721513846},{&quot;x&quot;:18.286842645957854,&quot;y&quot;:-107.26766963451605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af2f5530-f8b0-4e0f-bae3-d80ee8d18745&quot;,&quot;order&quot;:&quot;1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1abb08e7-390c-4fc4-b59f-e74575329b3d&quot;:{&quot;relativeTransform&quot;:{&quot;translate&quot;:{&quot;x&quot;:-48.19499392728177,&quot;y&quot;:172.82545355392043},&quot;rotate&quot;:-3.031211751864066},&quot;type&quot;:&quot;FIGURE_OBJECT&quot;,&quot;id&quot;:&quot;1abb08e7-390c-4fc4-b59f-e74575329b3d&quot;,&quot;opacity&quot;:1,&quot;path&quot;:{&quot;type&quot;:&quot;POLY_LINE&quot;,&quot;points&quot;:[{&quot;x&quot;:-316.49302837447453,&quot;y&quot;:24.961323023965132},{&quot;x&quot;:-306.8094550410922,&quot;y&quot;:26.2883878983583}],&quot;closed&quot;:false},&quot;pathStyles&quot;:[{&quot;type&quot;:&quot;FILL&quot;,&quot;fillStyle&quot;:&quot;rgba(0,0,0,0)&quot;},{&quot;type&quot;:&quot;STROKE&quot;,&quot;strokeStyle&quot;:&quot;rgba(0, 0, 0, 1)&quot;,&quot;lineWidth&quot;:1.8827153569340216,&quot;lineJoin&quot;:&quot;round&quot;,&quot;dashArray&quot;:[2]}],&quot;isLocked&quot;:false,&quot;parent&quot;:{&quot;type&quot;:&quot;CHILD&quot;,&quot;parentId&quot;:&quot;af2f5530-f8b0-4e0f-bae3-d80ee8d18745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ed1f1cd8-8821-4883-bdbc-1056902491d3&quot;:{&quot;relativeTransform&quot;:{&quot;translate&quot;:{&quot;x&quot;:529.0530145271383,&quot;y&quot;:431.9114176570404},&quot;rotate&quot;:0.794638070105538},&quot;type&quot;:&quot;FIGURE_OBJECT&quot;,&quot;id&quot;:&quot;ed1f1cd8-8821-4883-bdbc-1056902491d3&quot;,&quot;opacity&quot;:1,&quot;path&quot;:{&quot;type&quot;:&quot;POLY_LINE&quot;,&quot;points&quot;:[{&quot;x&quot;:-342.8786131338508,&quot;y&quot;:38.409608011253844},{&quot;x&quot;:-351.6279449551653,&quot;y&quot;:42.44580937364819}],&quot;closed&quot;:false},&quot;pathStyles&quot;:[{&quot;type&quot;:&quot;FILL&quot;,&quot;fillStyle&quot;:&quot;rgba(0,0,0,0)&quot;},{&quot;type&quot;:&quot;STROKE&quot;,&quot;strokeStyle&quot;:&quot;rgba(0, 0, 0, 1)&quot;,&quot;lineWidth&quot;:1.898042552614936,&quot;lineJoin&quot;:&quot;round&quot;,&quot;dashArray&quot;:[2]}],&quot;isLocked&quot;:false,&quot;parent&quot;:{&quot;type&quot;:&quot;CHILD&quot;,&quot;parentId&quot;:&quot;af2f5530-f8b0-4e0f-bae3-d80ee8d18745&quot;,&quot;order&quot;:&quot;8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27622e3b-47c5-488c-824e-69dfcd07df2f&quot;:{&quot;relativeTransform&quot;:{&quot;translate&quot;:{&quot;x&quot;:55.605879323336666,&quot;y&quot;:-14.697513203211882},&quot;rotate&quot;:-2.1554198107515297},&quot;type&quot;:&quot;FIGURE_OBJECT&quot;,&quot;id&quot;:&quot;27622e3b-47c5-488c-824e-69dfcd07df2f&quot;,&quot;opacity&quot;:1,&quot;path&quot;:{&quot;type&quot;:&quot;POLY_LINE&quot;,&quot;points&quot;:[{&quot;x&quot;:-321.14106499959934,&quot;y&quot;:37.72837188123997},{&quot;x&quot;:-313.06274590045507,&quot;y&quot;:25.52172370079157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af2f5530-f8b0-4e0f-bae3-d80ee8d18745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b13fdf16-4c3d-47b2-b28f-ef2f831e485f&quot;:{&quot;relativeTransform&quot;:{&quot;translate&quot;:{&quot;x&quot;:368.9976131574225,&quot;y&quot;:-136.5639256393738},&quot;rotate&quot;:-1.1549592931789616},&quot;type&quot;:&quot;FIGURE_OBJECT&quot;,&quot;id&quot;:&quot;b13fdf16-4c3d-47b2-b28f-ef2f831e485f&quot;,&quot;opacity&quot;:1,&quot;path&quot;:{&quot;type&quot;:&quot;POLY_LINE&quot;,&quot;points&quot;:[{&quot;x&quot;:-322.4962110491645,&quot;y&quot;:29.462737487748843},{&quot;x&quot;:-323.95500786866984,&quot;y&quot;:12.927736304193068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af2f5530-f8b0-4e0f-bae3-d80ee8d18745&quot;,&quot;order&quot;:&quot;2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737b9ce4-7aad-49fc-9cb4-6f8733f5c405&quot;:{&quot;relativeTransform&quot;:{&quot;translate&quot;:{&quot;x&quot;:283.63273139368937,&quot;y&quot;:534.7992629869162},&quot;rotate&quot;:1.8482359168961986},&quot;type&quot;:&quot;FIGURE_OBJECT&quot;,&quot;id&quot;:&quot;737b9ce4-7aad-49fc-9cb4-6f8733f5c405&quot;,&quot;opacity&quot;:1,&quot;path&quot;:{&quot;type&quot;:&quot;POLY_LINE&quot;,&quot;points&quot;:[{&quot;x&quot;:-324.71401841594724,&quot;y&quot;:22.71568915512214},{&quot;x&quot;:-323.62349189546563,&quot;y&quot;:14.25722245628047}],&quot;closed&quot;:false},&quot;pathStyles&quot;:[{&quot;type&quot;:&quot;FILL&quot;,&quot;fillStyle&quot;:&quot;rgba(0,0,0,0)&quot;},{&quot;type&quot;:&quot;STROKE&quot;,&quot;strokeStyle&quot;:&quot;rgba(0, 0, 0, 1)&quot;,&quot;lineWidth&quot;:1.8827153569340216,&quot;lineJoin&quot;:&quot;round&quot;,&quot;dashArray&quot;:[2]}],&quot;isLocked&quot;:false,&quot;parent&quot;:{&quot;type&quot;:&quot;CHILD&quot;,&quot;parentId&quot;:&quot;af2f5530-f8b0-4e0f-bae3-d80ee8d18745&quot;,&quot;order&quot;:&quot;3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0c512c76-2323-4821-939f-8b168a8fcdec&quot;:{&quot;relativeTransform&quot;:{&quot;translate&quot;:{&quot;x&quot;:402.0147291646043,&quot;y&quot;:151.28693356352204},&quot;rotate&quot;:-2.810494617521567},&quot;type&quot;:&quot;FIGURE_OBJECT&quot;,&quot;id&quot;:&quot;0c512c76-2323-4821-939f-8b168a8fcdec&quot;,&quot;opacity&quot;:1,&quot;path&quot;:{&quot;type&quot;:&quot;POLY_LINE&quot;,&quot;points&quot;:[{&quot;x&quot;:26.849768788182562,&quot;y&quot;:-101.61018687361168},{&quot;x&quot;:17.751452563851892,&quot;y&quot;:-101.13146533039358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af2f5530-f8b0-4e0f-bae3-d80ee8d18745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67c3634c-77f6-4ae2-ba4d-8482d90257a4&quot;:{&quot;relativeTransform&quot;:{&quot;translate&quot;:{&quot;x&quot;:301.750834184459,&quot;y&quot;:526.9449254661016},&quot;rotate&quot;:1.8212004451194572},&quot;type&quot;:&quot;FIGURE_OBJECT&quot;,&quot;id&quot;:&quot;67c3634c-77f6-4ae2-ba4d-8482d90257a4&quot;,&quot;opacity&quot;:1,&quot;path&quot;:{&quot;type&quot;:&quot;POLY_LINE&quot;,&quot;points&quot;:[{&quot;x&quot;:-321.7198392621829,&quot;y&quot;:29.491080319314214},{&quot;x&quot;:-319.0418427197237,&quot;y&quot;:11.799827216464118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af2f5530-f8b0-4e0f-bae3-d80ee8d18745&quot;,&quot;order&quot;:&quot;5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4898f4e5-bfd2-45ce-a9cc-cb639ac955e7&quot;:{&quot;type&quot;:&quot;FIGURE_OBJECT&quot;,&quot;id&quot;:&quot;4898f4e5-bfd2-45ce-a9cc-cb639ac955e7&quot;,&quot;relativeTransform&quot;:{&quot;translate&quot;:{&quot;x&quot;:267.6384593532271,&quot;y&quot;:198.31310682703256},&quot;rotate&quot;:0.3127535978422009,&quot;skewX&quot;:0.01763253259885743},&quot;opacity&quot;:1,&quot;path&quot;:{&quot;type&quot;:&quot;ELLIPSE&quot;,&quot;size&quot;:{&quot;x&quot;:16.770890274900538,&quot;y&quot;:30.58954343208788}},&quot;isLocked&quot;:false,&quot;pathStyles&quot;:[{&quot;type&quot;:&quot;FILL&quot;,&quot;fillStyle&quot;:&quot;rgba(102, 55, 42, 1)&quot;},{&quot;type&quot;:&quot;STROKE&quot;,&quot;strokeStyle&quot;:&quot;rgba(102, 55, 42, 1)&quot;,&quot;lineWidth&quot;:2.6542550484437992,&quot;lineJoin&quot;:&quot;round&quot;}],&quot;parent&quot;:{&quot;type&quot;:&quot;CHILD&quot;,&quot;parentId&quot;:&quot;af2f5530-f8b0-4e0f-bae3-d80ee8d18745&quot;,&quot;order&quot;:&quot;6&quot;}},&quot;55823462-9a55-44a8-8b12-faccae0b7ffe&quot;:{&quot;type&quot;:&quot;FIGURE_OBJECT&quot;,&quot;id&quot;:&quot;55823462-9a55-44a8-8b12-faccae0b7ffe&quot;,&quot;parent&quot;:{&quot;type&quot;:&quot;CHILD&quot;,&quot;parentId&quot;:&quot;e33de5b0-55a3-4b18-9c2f-bb7c9f9602dc&quot;,&quot;order&quot;:&quot;6&quot;},&quot;relativeTransform&quot;:{&quot;translate&quot;:{&quot;x&quot;:51.10496237498374,&quot;y&quot;:540.542767819556},&quot;rotate&quot;:0,&quot;skewX&quot;:0,&quot;scale&quot;:{&quot;x&quot;:1,&quot;y&quot;:1}}},&quot;b0fd4b55-caff-4dee-a5bc-037c52a3c7d5&quot;:{&quot;type&quot;:&quot;FIGURE_OBJECT&quot;,&quot;id&quot;:&quot;b0fd4b55-caff-4dee-a5bc-037c52a3c7d5&quot;,&quot;parent&quot;:{&quot;type&quot;:&quot;CHILD&quot;,&quot;parentId&quot;:&quot;55823462-9a55-44a8-8b12-faccae0b7ffe&quot;,&quot;order&quot;:&quot;05&quot;},&quot;relativeTransform&quot;:{&quot;translate&quot;:{&quot;x&quot;:292.2945237479731,&quot;y&quot;:237.74443395018338},&quot;rotate&quot;:0}},&quot;48e8bd54-2097-4149-ab7a-6cddd6c936b8&quot;:{&quot;type&quot;:&quot;FIGURE_OBJECT&quot;,&quot;id&quot;:&quot;48e8bd54-2097-4149-ab7a-6cddd6c936b8&quot;,&quot;parent&quot;:{&quot;type&quot;:&quot;CHILD&quot;,&quot;parentId&quot;:&quot;b0fd4b55-caff-4dee-a5bc-037c52a3c7d5&quot;,&quot;order&quot;:&quot;1&quot;},&quot;relativeTransform&quot;:{&quot;translate&quot;:{&quot;x&quot;:288.1968161614914,&quot;y&quot;:-8.671112509815469},&quot;rotate&quot;:0}},&quot;ffe75a29-331e-40fd-b601-d1d4c82ffc3f&quot;:{&quot;id&quot;:&quot;ffe75a29-331e-40fd-b601-d1d4c82ffc3f&quot;,&quot;name&quot;:&quot;image.png&quot;,&quot;type&quot;:&quot;FIGURE_OBJECT&quot;,&quot;relativeTransform&quot;:{&quot;translate&quot;:{&quot;x&quot;:-275.17939302640855,&quot;y&quot;:-100.57315027014734},&quot;rotate&quot;:0,&quot;skewX&quot;:0,&quot;scale&quot;:{&quot;x&quot;:0.4306951349900158,&quot;y&quot;:0.44303365475229006}},&quot;image&quot;:{&quot;url&quot;:&quot;https://core.services.biorender.com/api/uploads/noredirect/68a4e62c74a3b712ce2c0fc4/1755637292193_96cf8e6f-fee4-4e9c-8cae-3013980f94d8_icon.png&quot;,&quot;isPremium&quot;:false,&quot;isSignedURL&quot;:true,&quot;size&quot;:{&quot;x&quot;:300,&quot;y&quot;:267.3267326732673}},&quot;source&quot;:{&quot;id&quot;:&quot;68a4e62c74a3b712ce2c0fc4&quot;,&quot;type&quot;:&quot;UPLOADS&quot;},&quot;isPremium&quot;:false,&quot;parent&quot;:{&quot;type&quot;:&quot;CHILD&quot;,&quot;parentId&quot;:&quot;48e8bd54-2097-4149-ab7a-6cddd6c936b8&quot;,&quot;order&quot;:&quot;5&quot;},&quot;styles&quot;:{&quot;editable&quot;:[{&quot;styleName&quot;:&quot;MONOCHROME_COLOR&quot;,&quot;index&quot;:0,&quot;color&quot;:&quot;#BBBBBC&quot;}]}},&quot;652a7eb8-72a6-4181-b3b4-64b389b50f9a&quot;:{&quot;type&quot;:&quot;FIGURE_OBJECT&quot;,&quot;id&quot;:&quot;652a7eb8-72a6-4181-b3b4-64b389b50f9a&quot;,&quot;parent&quot;:{&quot;type&quot;:&quot;CROP&quot;,&quot;parentId&quot;:&quot;48e8bd54-2097-4149-ab7a-6cddd6c936b8&quot;,&quot;order&quot;:&quot;5&quot;},&quot;relativeTransform&quot;:{&quot;translate&quot;:{&quot;x&quot;:-275.17939302640855,&quot;y&quot;:-100.57315027014734},&quot;rotate&quot;:0,&quot;skewX&quot;:0,&quot;scale&quot;:{&quot;x&quot;:57.56816160757637,&quot;y&quot;:59.21736969461302}},&quot;path&quot;:{&quot;type&quot;:&quot;POLY_LINE&quot;,&quot;points&quot;:[{&quot;x&quot;:-1.0032476029287576,&quot;y&quot;:-0.2408217927019478},{&quot;x&quot;:-0.7936795753620576,&quot;y&quot;:-0.6086119735273532},{&quot;x&quot;:-0.5257947010782891,&quot;y&quot;:-0.7606298214996041},{&quot;x&quot;:0.8924455941663263,&quot;y&quot;:-0.0017227211619663674},{&quot;x&quot;:0.9809481051193645,&quot;y&quot;:0.13871785109828427},{&quot;x&quot;:0.9673961343175326,&quot;y&quot;:0.4103713284719388},{&quot;x&quot;:0.7274357021965683,&quot;y&quot;:0.6154405722602507},{&quot;x&quot;:0.1939035153342532,&quot;y&quot;:0.5221336175129407},{&quot;x&quot;:-0.3250494598487945,&quot;y&quot;:0.42882666276563075},{&quot;x&quot;:-0.9703119766533872,&quot;y&quot;:0.3258119007321898},{&quot;x&quot;:-1.0130223708137542,&quot;y&quot;:0.030831684671707382}],&quot;closed&quot;:true,&quot;cornerRounding&quot;:{&quot;type&quot;:&quot;ARC_LENGTH&quot;,&quot;global&quot;:0.2},&quot;selectedObjectIds&quot;:[&quot;c2f7bb5d-2a9e-42ea-946a-05d073a19136&quot;]},&quot;pathStyles&quot;:[{&quot;type&quot;:&quot;FILL&quot;,&quot;fillStyle&quot;:&quot;#fff&quot;}],&quot;isFrozen&quot;:true,&quot;connectorInfo&quot;:{&quot;type&quot;:&quot;ELBOW&quot;,&quot;offset&quot;:{&quot;x&quot;:0,&quot;y&quot;:0},&quot;customized&quot;:true}},&quot;cd3f4bc8-5148-4b47-93a8-a441b6b682c6&quot;:{&quot;type&quot;:&quot;FIGURE_OBJECT&quot;,&quot;id&quot;:&quot;cd3f4bc8-5148-4b47-93a8-a441b6b682c6&quot;,&quot;relativeTransform&quot;:{&quot;translate&quot;:{&quot;x&quot;:25.335866763939702,&quot;y&quot;:-116.58128530900456},&quot;rotate&quot;:0},&quot;opacity&quot;:1,&quot;path&quot;:{&quot;type&quot;:&quot;POLY_LINE&quot;,&quot;points&quot;:[{&quot;x&quot;:-46.12127611758296,&quot;y&quot;:-19.376411741144207},{&quot;x&quot;:32.115938675163655,&quot;y&quot;:13.408086430940783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b0fd4b55-caff-4dee-a5bc-037c52a3c7d5&quot;,&quot;order&quot;:&quot;2&quot;},&quot;connectorInfo&quot;:{&quot;type&quot;:&quot;LINE&quot;,&quot;offset&quot;:{&quot;x&quot;:0,&quot;y&quot;:0},&quot;bending&quot;:0.1,&quot;customized&quot;:false}},&quot;70c3701e-89d8-4ac3-94b3-2d921bdecd13&quot;:{&quot;type&quot;:&quot;FIGURE_OBJECT&quot;,&quot;id&quot;:&quot;70c3701e-89d8-4ac3-94b3-2d921bdecd13&quot;,&quot;relativeTransform&quot;:{&quot;translate&quot;:{&quot;x&quot;:13.57457060499272,&quot;y&quot;:-85.54599433937194},&quot;rotate&quot;:0},&quot;opacity&quot;:1,&quot;path&quot;:{&quot;type&quot;:&quot;POLY_LINE&quot;,&quot;points&quot;:[{&quot;x&quot;:-43.18008230532971,&quot;y&quot;:-19.61664616027686},{&quot;x&quot;:35.77965900204382,&quot;y&quot;:3.9788831441816446}],&quot;closed&quot;:false},&quot;pathStyles&quot;:[{&quot;type&quot;:&quot;FILL&quot;,&quot;fillStyle&quot;:&quot;rgba(0,0,0,0)&quot;},{&quot;type&quot;:&quot;STROKE&quot;,&quot;strokeStyle&quot;:&quot;rgba(102, 55, 42, 1)&quot;,&quot;lineWidth&quot;:0.9413576784670109,&quot;lineJoin&quot;:&quot;round&quot;}],&quot;isLocked&quot;:false,&quot;parent&quot;:{&quot;type&quot;:&quot;CHILD&quot;,&quot;parentId&quot;:&quot;b0fd4b55-caff-4dee-a5bc-037c52a3c7d5&quot;,&quot;order&quot;:&quot;5&quot;},&quot;connectorInfo&quot;:{&quot;type&quot;:&quot;LINE&quot;,&quot;offset&quot;:{&quot;x&quot;:0,&quot;y&quot;:0},&quot;bending&quot;:0.1,&quot;customized&quot;:false}},&quot;e4f57647-5542-4476-bd4a-cf41214afeca&quot;:{&quot;type&quot;:&quot;FIGURE_OBJECT&quot;,&quot;id&quot;:&quot;e4f57647-5542-4476-bd4a-cf41214afeca&quot;,&quot;relativeTransform&quot;:{&quot;translate&quot;:{&quot;x&quot;:53.963458112511454,&quot;y&quot;:-91.9858903372391},&quot;rotate&quot;:0.3127535978422009,&quot;skewX&quot;:0.017632532598857335},&quot;opacity&quot;:1,&quot;path&quot;:{&quot;type&quot;:&quot;ELLIPSE&quot;,&quot;size&quot;:{&quot;x&quot;:10.855273020002535,&quot;y&quot;:21.84379228509649}},&quot;isLocked&quot;:false,&quot;pathStyles&quot;:[{&quot;type&quot;:&quot;FILL&quot;,&quot;fillStyle&quot;:&quot;rgba(102, 55, 42, 1)&quot;},{&quot;type&quot;:&quot;STROKE&quot;,&quot;strokeStyle&quot;:&quot;rgba(102, 55, 42, 1)&quot;,&quot;lineWidth&quot;:1.8827153569340218,&quot;lineJoin&quot;:&quot;round&quot;}],&quot;parent&quot;:{&quot;type&quot;:&quot;CHILD&quot;,&quot;parentId&quot;:&quot;b0fd4b55-caff-4dee-a5bc-037c52a3c7d5&quot;,&quot;order&quot;:&quot;6&quot;}},&quot;e82c165b-559f-49f6-9216-bbedb764ef54&quot;:{&quot;type&quot;:&quot;FIGURE_OBJECT&quot;,&quot;id&quot;:&quot;e82c165b-559f-49f6-9216-bbedb764ef54&quot;,&quot;relativeTransform&quot;:{&quot;translate&quot;:{&quot;x&quot;:15.782451084658746,&quot;y&quot;:-106.77775414654711},&quot;rotate&quot;:0},&quot;opacity&quot;:0.53,&quot;path&quot;:{&quot;type&quot;:&quot;POLY_LINE&quot;,&quot;points&quot;:[{&quot;x&quot;:-37.3268877071945,&quot;y&quot;:-29.443738197003594},{&quot;x&quot;:-45.27906672885865,&quot;y&quot;:1.742242573985741},{&quot;x&quot;:-10.78842095203483,&quot;y&quot;:11.787653766031147},{&quot;x&quot;:4.753304524336092,&quot;y&quot;:16.615648036012022},{&quot;x&quot;:19.916452798031166,&quot;y&quot;:20.66479700182556},{&quot;x&quot;:31.52946913613014,&quot;y&quot;:24.753734848704156},{&quot;x&quot;:35.585227815596106,&quot;y&quot;:24.753734848704156},{&quot;x&quot;:36.11091472612994,&quot;y&quot;:23.390755566411283},{&quot;x&quot;:35.92471203121543,&quot;y&quot;:23.475412585710156},{&quot;x&quot;:43.12899471998936,&quot;y&quot;:3.5809951861220672},{&quot;x&quot;:16.05249621708958,&quot;y&quot;:-7.957766478091203}],&quot;closed&quot;:true},&quot;pathStyles&quot;:[{&quot;type&quot;:&quot;FILL&quot;,&quot;fillStyle&quot;:&quot;rgba(100, 54, 40, 1)&quot;},{&quot;type&quot;:&quot;STROKE&quot;,&quot;strokeStyle&quot;:&quot;rgba(0,0,0,0)&quot;,&quot;lineWidth&quot;:1.8827153569340218,&quot;lineJoin&quot;:&quot;round&quot;}],&quot;isLocked&quot;:false,&quot;parent&quot;:{&quot;type&quot;:&quot;CHILD&quot;,&quot;parentId&quot;:&quot;b0fd4b55-caff-4dee-a5bc-037c52a3c7d5&quot;,&quot;order&quot;:&quot;7&quot;},&quot;connectorInfo&quot;:{&quot;type&quot;:&quot;ELBOW&quot;,&quot;offset&quot;:{&quot;x&quot;:0,&quot;y&quot;:0},&quot;bending&quot;:0.1,&quot;customized&quot;:true}},&quot;7f8a90b6-13d4-4c1f-a41b-2d756e5e3ce5&quot;:{&quot;relativeTransform&quot;:{&quot;translate&quot;:{&quot;x&quot;:364.8903299737373,&quot;y&quot;:-219.58326981302716},&quot;rotate&quot;:-1.2142605071082915},&quot;type&quot;:&quot;FIGURE_OBJECT&quot;,&quot;id&quot;:&quot;7f8a90b6-13d4-4c1f-a41b-2d756e5e3ce5&quot;,&quot;opacity&quot;:1,&quot;path&quot;:{&quot;type&quot;:&quot;POLY_LINE&quot;,&quot;points&quot;:[{&quot;x&quot;:-324.92780925154614,&quot;y&quot;:24.821286051459563},{&quot;x&quot;:-322.4957242321501,&quot;y&quot;:7.895383955479282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55823462-9a55-44a8-8b12-faccae0b7ffe&quot;,&quot;order&quot;:&quot;1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405f4f3f-6f1a-4159-8090-45972277c9b3&quot;:{&quot;relativeTransform&quot;:{&quot;translate&quot;:{&quot;x&quot;:-2.6791450726404755,&quot;y&quot;:263.6352813432114},&quot;rotate&quot;:2.893663419636727},&quot;type&quot;:&quot;FIGURE_OBJECT&quot;,&quot;id&quot;:&quot;405f4f3f-6f1a-4159-8090-45972277c9b3&quot;,&quot;opacity&quot;:1,&quot;path&quot;:{&quot;type&quot;:&quot;POLY_LINE&quot;,&quot;points&quot;:[{&quot;x&quot;:-323.1938822586957,&quot;y&quot;:28.045188591583994},{&quot;x&quot;:-316.67657445345895,&quot;y&quot;:15.477085999691507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55823462-9a55-44a8-8b12-faccae0b7ffe&quot;,&quot;order&quot;:&quot;2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9ef67f4b-dec4-44c3-8516-6d77b7ebd9b2&quot;:{&quot;relativeTransform&quot;:{&quot;translate&quot;:{&quot;x&quot;:602.4450826631835,&quot;y&quot;:188.488697088896},&quot;rotate&quot;:0.2767519810414977},&quot;type&quot;:&quot;FIGURE_OBJECT&quot;,&quot;id&quot;:&quot;9ef67f4b-dec4-44c3-8516-6d77b7ebd9b2&quot;,&quot;opacity&quot;:1,&quot;path&quot;:{&quot;type&quot;:&quot;POLY_LINE&quot;,&quot;points&quot;:[{&quot;x&quot;:-316.01389091992814,&quot;y&quot;:38.3912705514123},{&quot;x&quot;:-315.4603140223935,&quot;y&quot;:28.361073080028916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55823462-9a55-44a8-8b12-faccae0b7ffe&quot;,&quot;order&quot;:&quot;3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dda50767-86f9-402f-910a-55b7278820c9&quot;:{&quot;relativeTransform&quot;:{&quot;translate&quot;:{&quot;x&quot;:616.458777442431,&quot;y&quot;:226.2962892708541},&quot;rotate&quot;:0.4895970436077456},&quot;type&quot;:&quot;FIGURE_OBJECT&quot;,&quot;id&quot;:&quot;dda50767-86f9-402f-910a-55b7278820c9&quot;,&quot;opacity&quot;:1,&quot;path&quot;:{&quot;type&quot;:&quot;POLY_LINE&quot;,&quot;points&quot;:[{&quot;x&quot;:-313.74540221044896,&quot;y&quot;:35.57825911226846},{&quot;x&quot;:-317.7882583285926,&quot;y&quot;:13.154848145004049}],&quot;closed&quot;:false},&quot;pathStyles&quot;:[{&quot;type&quot;:&quot;FILL&quot;,&quot;fillStyle&quot;:&quot;rgba(0,0,0,0)&quot;},{&quot;type&quot;:&quot;STROKE&quot;,&quot;strokeStyle&quot;:&quot;rgba(0, 0, 0, 1)&quot;,&quot;lineWidth&quot;:1.8827153569340216,&quot;lineJoin&quot;:&quot;round&quot;,&quot;dashArray&quot;:[2]}],&quot;isLocked&quot;:false,&quot;parent&quot;:{&quot;type&quot;:&quot;CHILD&quot;,&quot;parentId&quot;:&quot;55823462-9a55-44a8-8b12-faccae0b7ffe&quot;,&quot;order&quot;:&quot;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6ebdda7e-0dec-4d9a-9abf-0423586444a1&quot;:{&quot;relativeTransform&quot;:{&quot;translate&quot;:{&quot;x&quot;:21.615142032124155,&quot;y&quot;:36.295452630758774},&quot;rotate&quot;:-2.782385566874422},&quot;type&quot;:&quot;FIGURE_OBJECT&quot;,&quot;id&quot;:&quot;6ebdda7e-0dec-4d9a-9abf-0423586444a1&quot;,&quot;opacity&quot;:1,&quot;path&quot;:{&quot;type&quot;:&quot;POLY_LINE&quot;,&quot;points&quot;:[{&quot;x&quot;:-316.6758256739272,&quot;y&quot;:23.23641623277764},{&quot;x&quot;:-315.8932417051721,&quot;y&quot;:14.584050391565423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55823462-9a55-44a8-8b12-faccae0b7ffe&quot;,&quot;order&quot;:&quot;55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6053b8a9-5d80-4e4d-b038-51c2b69748ee&quot;:{&quot;relativeTransform&quot;:{&quot;translate&quot;:{&quot;x&quot;:0,&quot;y&quot;:0},&quot;rotate&quot;:0},&quot;type&quot;:&quot;FIGURE_OBJECT&quot;,&quot;id&quot;:&quot;6053b8a9-5d80-4e4d-b038-51c2b69748ee&quot;,&quot;opacity&quot;:1,&quot;path&quot;:{&quot;type&quot;:&quot;POLY_LINE&quot;,&quot;points&quot;:[{&quot;x&quot;:355.78378686036416,&quot;y&quot;:151.17333932018653},{&quot;x&quot;:369.28505642697615,&quot;y&quot;:156.39562564619254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55823462-9a55-44a8-8b12-faccae0b7ffe&quot;,&quot;order&quot;:&quot;6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97907d8c-514b-474b-b018-958924a71756&quot;:{&quot;relativeTransform&quot;:{&quot;translate&quot;:{&quot;x&quot;:272.3818016542613,&quot;y&quot;:439.20738292928667},&quot;rotate&quot;:1.8545077330639375},&quot;type&quot;:&quot;FIGURE_OBJECT&quot;,&quot;id&quot;:&quot;97907d8c-514b-474b-b018-958924a71756&quot;,&quot;opacity&quot;:1,&quot;path&quot;:{&quot;type&quot;:&quot;POLY_LINE&quot;,&quot;points&quot;:[{&quot;x&quot;:-321.61095963527214,&quot;y&quot;:29.50555309563034},{&quot;x&quot;:-324.7029508684761,&quot;y&quot;:13.76037085252584}],&quot;closed&quot;:false},&quot;pathStyles&quot;:[{&quot;type&quot;:&quot;FILL&quot;,&quot;fillStyle&quot;:&quot;rgba(0,0,0,0)&quot;},{&quot;type&quot;:&quot;STROKE&quot;,&quot;strokeStyle&quot;:&quot;rgba(0, 0, 0, 1)&quot;,&quot;lineWidth&quot;:1.8827153569340218,&quot;lineJoin&quot;:&quot;round&quot;,&quot;dashArray&quot;:[2]}],&quot;isLocked&quot;:false,&quot;parent&quot;:{&quot;type&quot;:&quot;CHILD&quot;,&quot;parentId&quot;:&quot;55823462-9a55-44a8-8b12-faccae0b7ffe&quot;,&quot;order&quot;:&quot;7&quot;},&quot;connectorInfo&quot;:{&quot;connectedObjects&quot;:[],&quot;type&quot;:&quot;LINE&quot;,&quot;offset&quot;:{&quot;x&quot;:0,&quot;y&quot;:0},&quot;bending&quot;:0.1,&quot;firstElementIsHead&quot;:true,&quot;customized&quot;:false},&quot;pathMarkers&quot;:{&quot;markerEnd&quot;:{&quot;type&quot;:&quot;PATH&quot;,&quot;units&quot;:{&quot;type&quot;:&quot;STROKE_WIDTH&quot;,&quot;scale&quot;:0.700000000000000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name&quot;:&quot;Straight arrow (editable)&quot;,&quot;displayName&quot;:&quot;Straight arrow (editable)&quot;,&quot;source&quot;:{&quot;id&quot;:&quot;6487423a8019b8fcc30323a5&quot;,&quot;type&quot;:&quot;ASSETS&quot;},&quot;isPremium&quot;:false},&quot;11655f69-fd41-436b-b087-30b4eba1d956&quot;:{&quot;type&quot;:&quot;FIGURE_OBJECT&quot;,&quot;id&quot;:&quot;11655f69-fd41-436b-b087-30b4eba1d956&quot;,&quot;relativeTransform&quot;:{&quot;translate&quot;:{&quot;x&quot;:267.34174525033467,&quot;y&quot;:116.70617881553491},&quot;rotate&quot;:0.3127535978422009,&quot;skewX&quot;:0.01763253259885743},&quot;opacity&quot;:1,&quot;path&quot;:{&quot;type&quot;:&quot;ELLIPSE&quot;,&quot;size&quot;:{&quot;x&quot;:16.770890274900538,&quot;y&quot;:30.58954343208788}},&quot;isLocked&quot;:false,&quot;pathStyles&quot;:[{&quot;type&quot;:&quot;FILL&quot;,&quot;fillStyle&quot;:&quot;rgba(102, 55, 42, 1)&quot;},{&quot;type&quot;:&quot;STROKE&quot;,&quot;strokeStyle&quot;:&quot;rgba(102, 55, 42, 1)&quot;,&quot;lineWidth&quot;:2.6542550484437992,&quot;lineJoin&quot;:&quot;round&quot;}],&quot;parent&quot;:{&quot;type&quot;:&quot;CHILD&quot;,&quot;parentId&quot;:&quot;55823462-9a55-44a8-8b12-faccae0b7ffe&quot;,&quot;order&quot;:&quot;8&quot;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c2ee700e-7e37-40ad-8494-606ac055856f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c2ee700e-7e37-40ad-8494-606ac055856f&quot;:{&quot;type&quot;:&quot;FIGURE_OBJECT&quot;,&quot;id&quot;:&quot;c2ee700e-7e37-40ad-8494-606ac055856f&quot;,&quot;relativeTransform&quot;:{&quot;translate&quot;:{&quot;x&quot;:-315.1686092715231,&quot;y&quot;:-31.13232450331125},&quot;rotate&quot;:0,&quot;skewX&quot;:0,&quot;scale&quot;:{&quot;x&quot;:1,&quot;y&quot;:1}},&quot;opacity&quot;:1,&quot;path&quot;:{&quot;type&quot;:&quot;POLY_LINE&quot;,&quot;points&quot;:[{&quot;x&quot;:0,&quot;y&quot;:-30.13245033112584},{&quot;x&quot;:0,&quot;y&quot;:30.1324503311258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8b6af00-a9ac-4faf-bc1f-d7d7462cc7d7&quot;,&quot;order&quot;:&quot;9999999999995&quot;},&quot;connectorInfo&quot;:{&quot;type&quot;:&quot;LINE&quot;,&quot;offset&quot;:{&quot;x&quot;:0,&quot;y&quot;:0},&quot;bending&quot;:0.1,&quot;customized&quot;:false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18e35635-f3ef-4aa2-a974-3ddc3d8a0307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18e35635-f3ef-4aa2-a974-3ddc3d8a0307&quot;:{&quot;type&quot;:&quot;FIGURE_OBJECT&quot;,&quot;id&quot;:&quot;18e35635-f3ef-4aa2-a974-3ddc3d8a0307&quot;,&quot;relativeTransform&quot;:{&quot;translate&quot;:{&quot;x&quot;:-123.16940397350982,&quot;y&quot;:-31.132728476821164},&quot;rotate&quot;:0,&quot;skewX&quot;:0,&quot;scale&quot;:{&quot;x&quot;:1,&quot;y&quot;:1}},&quot;opacity&quot;:1,&quot;path&quot;:{&quot;type&quot;:&quot;POLY_LINE&quot;,&quot;points&quot;:[{&quot;x&quot;:0,&quot;y&quot;:-32.78145697037279},{&quot;x&quot;:0,&quot;y&quot;:30.1324503311258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8b6af00-a9ac-4faf-bc1f-d7d7462cc7d7&quot;,&quot;order&quot;:&quot;9999999999997&quot;},&quot;connectorInfo&quot;:{&quot;type&quot;:&quot;LINE&quot;,&quot;offset&quot;:{&quot;x&quot;:0,&quot;y&quot;:0},&quot;bending&quot;:0.1,&quot;customized&quot;:false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D" val="6a165fae96a91fe4bad0ed31"/>
  <p:tag name="FIGURESLIDEID" val="d8b6af00-a9ac-4faf-bc1f-d7d7462cc7d7"/>
  <p:tag name="SELECTIONIDS" val="9dd901e6-9a2b-4bd9-8d4e-43a0cd042634"/>
  <p:tag name="TRANSPARENTBACKGROUND" val="true"/>
  <p:tag name="VERSION" val="1788452553957"/>
  <p:tag name="TITLE" val="pipeline_figure18"/>
  <p:tag name="CREATORNAME" val="Yajushi Khurana"/>
  <p:tag name="DATEINSERTED" val="1788452554082"/>
  <p:tag name="DPI" val="300"/>
  <p:tag name="BIOJSON" val="{&quot;id&quot;:&quot;8540c145-ce3d-4329-a361-d1ae19c89efc&quot;,&quot;objects&quot;:{&quot;9dd901e6-9a2b-4bd9-8d4e-43a0cd042634&quot;:{&quot;type&quot;:&quot;FIGURE_OBJECT&quot;,&quot;id&quot;:&quot;9dd901e6-9a2b-4bd9-8d4e-43a0cd042634&quot;,&quot;relativeTransform&quot;:{&quot;translate&quot;:{&quot;x&quot;:198.98988079470206,&quot;y&quot;:-29.46374835482735},&quot;rotate&quot;:0},&quot;opacity&quot;:1,&quot;path&quot;:{&quot;type&quot;:&quot;POLY_LINE&quot;,&quot;points&quot;:[{&quot;x&quot;:0,&quot;y&quot;:-28.463821181596494},{&quot;x&quot;:0,&quot;y&quot;:28.463821181596494}],&quot;closed&quot;:false},&quot;pathStyles&quot;:[{&quot;type&quot;:&quot;FILL&quot;,&quot;fillStyle&quot;:&quot;rgba(0,0,0,0)&quot;},{&quot;type&quot;:&quot;STROKE&quot;,&quot;strokeStyle&quot;:&quot;#232323&quot;,&quot;lineWidth&quot;:2,&quot;lineJoin&quot;:&quot;round&quot;}],&quot;pathMarkers&quot;:{&quot;markerEnd&quot;:{&quot;type&quot;:&quot;PATH&quot;,&quot;units&quot;:{&quot;type&quot;:&quot;STROKE_WIDTH&quot;,&quot;scale&quot;:1},&quot;orient&quot;:{&quot;type&quot;:&quot;CLIPPED_CHORD&quot;},&quot;clipDistance&quot;:4,&quot;name&quot;:&quot;arrow&quot;,&quot;relativeTransform&quot;:{&quot;translate&quot;:{&quot;x&quot;:0,&quot;y&quot;:0},&quot;rotate&quot;:0,&quot;skewX&quot;:0,&quot;scale&quot;:{&quot;x&quot;:1,&quot;y&quot;:1}},&quot;path&quot;:{&quot;type&quot;:&quot;SPLINE&quot;,&quot;spline&quot;:{&quot;points&quot;:[{&quot;x&quot;:0,&quot;y&quot;:0,&quot;isEndPoint&quot;:true},{&quot;x&quot;:-5,&quot;y&quot;:-2.5,&quot;isEndPoint&quot;:true},{&quot;x&quot;:-5,&quot;y&quot;:2.5,&quot;isEndPoint&quot;:true}],&quot;closed&quot;:true}},&quot;pathStyles&quot;:[{&quot;type&quot;:&quot;FILL&quot;,&quot;fillStyle&quot;:&quot;context-stroke-flat&quot;}]}},&quot;isLocked&quot;:false,&quot;parent&quot;:{&quot;type&quot;:&quot;CHILD&quot;,&quot;parentId&quot;:&quot;d8b6af00-a9ac-4faf-bc1f-d7d7462cc7d7&quot;,&quot;order&quot;:&quot;9999999999998&quot;},&quot;connectorInfo&quot;:{&quot;type&quot;:&quot;LINE&quot;,&quot;offset&quot;:{&quot;x&quot;:0,&quot;y&quot;:0},&quot;bending&quot;:0.1,&quot;customized&quot;:false}},&quot;d8b6af00-a9ac-4faf-bc1f-d7d7462cc7d7&quot;:{&quot;id&quot;:&quot;d8b6af00-a9ac-4faf-bc1f-d7d7462cc7d7&quot;,&quot;type&quot;:&quot;FIGURE_OBJECT&quot;,&quot;document&quot;:{&quot;type&quot;:&quot;FIGURE&quot;,&quot;canvasType&quot;:&quot;FIGURE&quot;,&quot;units&quot;:&quot;in&quot;,&quot;aspectRatio&quot;:0},&quot;parent&quot;:{&quot;parentId&quot;:&quot;8540c145-ce3d-4329-a361-d1ae19c89efc&quot;,&quot;type&quot;:&quot;DOCUMENT&quot;,&quot;order&quot;:&quot;5&quot;}},&quot;8540c145-ce3d-4329-a361-d1ae19c89efc&quot;:{&quot;id&quot;:&quot;8540c145-ce3d-4329-a361-d1ae19c89efc&quot;,&quot;type&quot;:&quot;FIGURE_OBJECT&quot;,&quot;document&quot;:{&quot;type&quot;:&quot;DOCUMENT_GROUP&quot;,&quot;canvasType&quot;:&quot;FIGURE&quot;,&quot;units&quot;:&quot;in&quot;}}}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Macintosh PowerPoint</Application>
  <PresentationFormat>Custom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Roboto</vt:lpstr>
      <vt:lpstr>Source Code Pro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Khurana, Yajushi</cp:lastModifiedBy>
  <cp:revision>2</cp:revision>
  <dcterms:created xsi:type="dcterms:W3CDTF">2026-09-03T16:22:34Z</dcterms:created>
  <dcterms:modified xsi:type="dcterms:W3CDTF">2026-09-03T21:25:45Z</dcterms:modified>
</cp:coreProperties>
</file>